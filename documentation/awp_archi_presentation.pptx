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57" r:id="rId4"/>
    <p:sldId id="258" r:id="rId5"/>
    <p:sldId id="261" r:id="rId6"/>
    <p:sldId id="271" r:id="rId7"/>
    <p:sldId id="260" r:id="rId8"/>
    <p:sldId id="270" r:id="rId9"/>
    <p:sldId id="264" r:id="rId10"/>
    <p:sldId id="265" r:id="rId11"/>
    <p:sldId id="272" r:id="rId12"/>
    <p:sldId id="274" r:id="rId13"/>
    <p:sldId id="273" r:id="rId14"/>
    <p:sldId id="262" r:id="rId15"/>
    <p:sldId id="266" r:id="rId16"/>
    <p:sldId id="263" r:id="rId17"/>
    <p:sldId id="269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4C"/>
    <a:srgbClr val="8C3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/>
    <p:restoredTop sz="96966"/>
  </p:normalViewPr>
  <p:slideViewPr>
    <p:cSldViewPr snapToGrid="0" snapToObjects="1">
      <p:cViewPr>
        <p:scale>
          <a:sx n="136" d="100"/>
          <a:sy n="136" d="100"/>
        </p:scale>
        <p:origin x="1872" y="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664E7F-004C-5E42-9E61-D39A214C7D52}" type="doc">
      <dgm:prSet loTypeId="urn:microsoft.com/office/officeart/2008/layout/LinedList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070459AE-AF66-3447-96F5-339FE1513733}">
      <dgm:prSet custT="1"/>
      <dgm:spPr/>
      <dgm:t>
        <a:bodyPr/>
        <a:lstStyle/>
        <a:p>
          <a:r>
            <a:rPr lang="en-GB" sz="2400" b="1" dirty="0">
              <a:solidFill>
                <a:schemeClr val="tx1"/>
              </a:solidFill>
            </a:rPr>
            <a:t>Objective</a:t>
          </a:r>
          <a:endParaRPr lang="en-FR" sz="2400" dirty="0">
            <a:solidFill>
              <a:schemeClr val="tx1"/>
            </a:solidFill>
          </a:endParaRPr>
        </a:p>
      </dgm:t>
    </dgm:pt>
    <dgm:pt modelId="{72C55305-50EC-5148-8235-3F57B3183653}" type="parTrans" cxnId="{19DC34EC-A6F2-9E46-98D9-7E9937D708D4}">
      <dgm:prSet/>
      <dgm:spPr/>
      <dgm:t>
        <a:bodyPr/>
        <a:lstStyle/>
        <a:p>
          <a:endParaRPr lang="en-GB"/>
        </a:p>
      </dgm:t>
    </dgm:pt>
    <dgm:pt modelId="{1CB47D0B-01B1-0C49-9A7D-01401C06AA0C}" type="sibTrans" cxnId="{19DC34EC-A6F2-9E46-98D9-7E9937D708D4}">
      <dgm:prSet/>
      <dgm:spPr/>
      <dgm:t>
        <a:bodyPr/>
        <a:lstStyle/>
        <a:p>
          <a:endParaRPr lang="en-GB"/>
        </a:p>
      </dgm:t>
    </dgm:pt>
    <dgm:pt modelId="{7E5FE11B-6D77-D349-9D6F-E57A552FAE04}">
      <dgm:prSet custT="1"/>
      <dgm:spPr/>
      <dgm:t>
        <a:bodyPr anchor="ctr"/>
        <a:lstStyle/>
        <a:p>
          <a:pPr algn="l"/>
          <a:r>
            <a:rPr lang="en-GB" sz="3200" dirty="0"/>
            <a:t>Create an Agentic-powered "Virtual Team" that executes complex tasks while keeping the human in the loop for actions.</a:t>
          </a:r>
          <a:endParaRPr lang="en-FR" sz="3200" dirty="0"/>
        </a:p>
      </dgm:t>
    </dgm:pt>
    <dgm:pt modelId="{546C9E0F-F881-304C-AC8A-0C847C849547}" type="parTrans" cxnId="{7D0C013C-40D2-EA45-94AA-18C4824BA1E9}">
      <dgm:prSet/>
      <dgm:spPr/>
      <dgm:t>
        <a:bodyPr/>
        <a:lstStyle/>
        <a:p>
          <a:endParaRPr lang="en-GB"/>
        </a:p>
      </dgm:t>
    </dgm:pt>
    <dgm:pt modelId="{C2350580-DFE6-7E4D-8A9E-8E1A5FF90E4C}" type="sibTrans" cxnId="{7D0C013C-40D2-EA45-94AA-18C4824BA1E9}">
      <dgm:prSet/>
      <dgm:spPr/>
      <dgm:t>
        <a:bodyPr/>
        <a:lstStyle/>
        <a:p>
          <a:endParaRPr lang="en-GB"/>
        </a:p>
      </dgm:t>
    </dgm:pt>
    <dgm:pt modelId="{8CE6AD31-B2F5-0A45-B0CD-AEF5EEEC5F79}" type="pres">
      <dgm:prSet presAssocID="{6C664E7F-004C-5E42-9E61-D39A214C7D52}" presName="vert0" presStyleCnt="0">
        <dgm:presLayoutVars>
          <dgm:dir/>
          <dgm:animOne val="branch"/>
          <dgm:animLvl val="lvl"/>
        </dgm:presLayoutVars>
      </dgm:prSet>
      <dgm:spPr/>
    </dgm:pt>
    <dgm:pt modelId="{C90BC272-3115-BD4D-91E4-D03B0D679FD7}" type="pres">
      <dgm:prSet presAssocID="{070459AE-AF66-3447-96F5-339FE1513733}" presName="thickLine" presStyleLbl="alignNode1" presStyleIdx="0" presStyleCnt="1"/>
      <dgm:spPr/>
    </dgm:pt>
    <dgm:pt modelId="{9A970F39-4792-7E41-8CA5-1ACDE879B34A}" type="pres">
      <dgm:prSet presAssocID="{070459AE-AF66-3447-96F5-339FE1513733}" presName="horz1" presStyleCnt="0"/>
      <dgm:spPr/>
    </dgm:pt>
    <dgm:pt modelId="{01A71C65-1976-3649-8A82-00400063B78E}" type="pres">
      <dgm:prSet presAssocID="{070459AE-AF66-3447-96F5-339FE1513733}" presName="tx1" presStyleLbl="revTx" presStyleIdx="0" presStyleCnt="2"/>
      <dgm:spPr/>
    </dgm:pt>
    <dgm:pt modelId="{621AA82F-EB7F-B544-ACAD-EA1B9D0035BE}" type="pres">
      <dgm:prSet presAssocID="{070459AE-AF66-3447-96F5-339FE1513733}" presName="vert1" presStyleCnt="0"/>
      <dgm:spPr/>
    </dgm:pt>
    <dgm:pt modelId="{4F102CBE-96EF-8944-9B7F-F9D46BE9BA4E}" type="pres">
      <dgm:prSet presAssocID="{7E5FE11B-6D77-D349-9D6F-E57A552FAE04}" presName="vertSpace2a" presStyleCnt="0"/>
      <dgm:spPr/>
    </dgm:pt>
    <dgm:pt modelId="{35C06006-0AD4-2B41-B39B-803F14A991CA}" type="pres">
      <dgm:prSet presAssocID="{7E5FE11B-6D77-D349-9D6F-E57A552FAE04}" presName="horz2" presStyleCnt="0"/>
      <dgm:spPr/>
    </dgm:pt>
    <dgm:pt modelId="{AD053F7E-8BFD-1E49-A3B2-8AFECED7FCEC}" type="pres">
      <dgm:prSet presAssocID="{7E5FE11B-6D77-D349-9D6F-E57A552FAE04}" presName="horzSpace2" presStyleCnt="0"/>
      <dgm:spPr/>
    </dgm:pt>
    <dgm:pt modelId="{CC8FE481-CC59-3D4D-A179-A17536BB5313}" type="pres">
      <dgm:prSet presAssocID="{7E5FE11B-6D77-D349-9D6F-E57A552FAE04}" presName="tx2" presStyleLbl="revTx" presStyleIdx="1" presStyleCnt="2"/>
      <dgm:spPr/>
    </dgm:pt>
    <dgm:pt modelId="{5A812A11-6D76-774D-8276-B1972DA7CD8E}" type="pres">
      <dgm:prSet presAssocID="{7E5FE11B-6D77-D349-9D6F-E57A552FAE04}" presName="vert2" presStyleCnt="0"/>
      <dgm:spPr/>
    </dgm:pt>
    <dgm:pt modelId="{8811B3DE-142E-7349-9D45-7943FADC5059}" type="pres">
      <dgm:prSet presAssocID="{7E5FE11B-6D77-D349-9D6F-E57A552FAE04}" presName="thinLine2b" presStyleLbl="callout" presStyleIdx="0" presStyleCnt="1"/>
      <dgm:spPr/>
    </dgm:pt>
    <dgm:pt modelId="{3250D24F-4DC8-A046-BEF8-941705A7F07E}" type="pres">
      <dgm:prSet presAssocID="{7E5FE11B-6D77-D349-9D6F-E57A552FAE04}" presName="vertSpace2b" presStyleCnt="0"/>
      <dgm:spPr/>
    </dgm:pt>
  </dgm:ptLst>
  <dgm:cxnLst>
    <dgm:cxn modelId="{7D0C013C-40D2-EA45-94AA-18C4824BA1E9}" srcId="{070459AE-AF66-3447-96F5-339FE1513733}" destId="{7E5FE11B-6D77-D349-9D6F-E57A552FAE04}" srcOrd="0" destOrd="0" parTransId="{546C9E0F-F881-304C-AC8A-0C847C849547}" sibTransId="{C2350580-DFE6-7E4D-8A9E-8E1A5FF90E4C}"/>
    <dgm:cxn modelId="{E6335F3C-5B85-894C-B9C0-41DBB46F8FD1}" type="presOf" srcId="{070459AE-AF66-3447-96F5-339FE1513733}" destId="{01A71C65-1976-3649-8A82-00400063B78E}" srcOrd="0" destOrd="0" presId="urn:microsoft.com/office/officeart/2008/layout/LinedList"/>
    <dgm:cxn modelId="{9B83C4B9-BEB2-DA4A-8073-19CB386679A4}" type="presOf" srcId="{7E5FE11B-6D77-D349-9D6F-E57A552FAE04}" destId="{CC8FE481-CC59-3D4D-A179-A17536BB5313}" srcOrd="0" destOrd="0" presId="urn:microsoft.com/office/officeart/2008/layout/LinedList"/>
    <dgm:cxn modelId="{19DC34EC-A6F2-9E46-98D9-7E9937D708D4}" srcId="{6C664E7F-004C-5E42-9E61-D39A214C7D52}" destId="{070459AE-AF66-3447-96F5-339FE1513733}" srcOrd="0" destOrd="0" parTransId="{72C55305-50EC-5148-8235-3F57B3183653}" sibTransId="{1CB47D0B-01B1-0C49-9A7D-01401C06AA0C}"/>
    <dgm:cxn modelId="{85BEF4F3-0DDE-CB40-A42B-BA285F66E481}" type="presOf" srcId="{6C664E7F-004C-5E42-9E61-D39A214C7D52}" destId="{8CE6AD31-B2F5-0A45-B0CD-AEF5EEEC5F79}" srcOrd="0" destOrd="0" presId="urn:microsoft.com/office/officeart/2008/layout/LinedList"/>
    <dgm:cxn modelId="{20306F5A-2C95-954F-BDED-C081BD33757B}" type="presParOf" srcId="{8CE6AD31-B2F5-0A45-B0CD-AEF5EEEC5F79}" destId="{C90BC272-3115-BD4D-91E4-D03B0D679FD7}" srcOrd="0" destOrd="0" presId="urn:microsoft.com/office/officeart/2008/layout/LinedList"/>
    <dgm:cxn modelId="{0B9416F4-B743-3449-BE04-54CBBE734248}" type="presParOf" srcId="{8CE6AD31-B2F5-0A45-B0CD-AEF5EEEC5F79}" destId="{9A970F39-4792-7E41-8CA5-1ACDE879B34A}" srcOrd="1" destOrd="0" presId="urn:microsoft.com/office/officeart/2008/layout/LinedList"/>
    <dgm:cxn modelId="{3049A65B-D4D8-0F44-ADC7-8814538258F3}" type="presParOf" srcId="{9A970F39-4792-7E41-8CA5-1ACDE879B34A}" destId="{01A71C65-1976-3649-8A82-00400063B78E}" srcOrd="0" destOrd="0" presId="urn:microsoft.com/office/officeart/2008/layout/LinedList"/>
    <dgm:cxn modelId="{04BED7FF-E354-754A-9E8E-7AB1BA0BE825}" type="presParOf" srcId="{9A970F39-4792-7E41-8CA5-1ACDE879B34A}" destId="{621AA82F-EB7F-B544-ACAD-EA1B9D0035BE}" srcOrd="1" destOrd="0" presId="urn:microsoft.com/office/officeart/2008/layout/LinedList"/>
    <dgm:cxn modelId="{6A75B1DD-23DE-7D4E-948E-2F6956769BB4}" type="presParOf" srcId="{621AA82F-EB7F-B544-ACAD-EA1B9D0035BE}" destId="{4F102CBE-96EF-8944-9B7F-F9D46BE9BA4E}" srcOrd="0" destOrd="0" presId="urn:microsoft.com/office/officeart/2008/layout/LinedList"/>
    <dgm:cxn modelId="{FFBF86B8-062B-B946-8F83-2272D3887568}" type="presParOf" srcId="{621AA82F-EB7F-B544-ACAD-EA1B9D0035BE}" destId="{35C06006-0AD4-2B41-B39B-803F14A991CA}" srcOrd="1" destOrd="0" presId="urn:microsoft.com/office/officeart/2008/layout/LinedList"/>
    <dgm:cxn modelId="{CD286973-C545-2849-95DE-5995011564E9}" type="presParOf" srcId="{35C06006-0AD4-2B41-B39B-803F14A991CA}" destId="{AD053F7E-8BFD-1E49-A3B2-8AFECED7FCEC}" srcOrd="0" destOrd="0" presId="urn:microsoft.com/office/officeart/2008/layout/LinedList"/>
    <dgm:cxn modelId="{403F7325-2C2D-DE4C-9A18-DA0F423985AC}" type="presParOf" srcId="{35C06006-0AD4-2B41-B39B-803F14A991CA}" destId="{CC8FE481-CC59-3D4D-A179-A17536BB5313}" srcOrd="1" destOrd="0" presId="urn:microsoft.com/office/officeart/2008/layout/LinedList"/>
    <dgm:cxn modelId="{09A98640-3024-5940-A714-A6BF307EEF99}" type="presParOf" srcId="{35C06006-0AD4-2B41-B39B-803F14A991CA}" destId="{5A812A11-6D76-774D-8276-B1972DA7CD8E}" srcOrd="2" destOrd="0" presId="urn:microsoft.com/office/officeart/2008/layout/LinedList"/>
    <dgm:cxn modelId="{AE57EFD4-0439-654A-9293-9295268C2BC5}" type="presParOf" srcId="{621AA82F-EB7F-B544-ACAD-EA1B9D0035BE}" destId="{8811B3DE-142E-7349-9D45-7943FADC5059}" srcOrd="2" destOrd="0" presId="urn:microsoft.com/office/officeart/2008/layout/LinedList"/>
    <dgm:cxn modelId="{FD7162D9-87B0-554F-A810-2548AB6C5020}" type="presParOf" srcId="{621AA82F-EB7F-B544-ACAD-EA1B9D0035BE}" destId="{3250D24F-4DC8-A046-BEF8-941705A7F07E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94A477-3197-E441-BBD2-D74F0FCEFF32}" type="doc">
      <dgm:prSet loTypeId="urn:microsoft.com/office/officeart/2008/layout/LinedList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4736B63C-C1E3-1942-A00B-729809F21DE3}">
      <dgm:prSet custT="1"/>
      <dgm:spPr/>
      <dgm:t>
        <a:bodyPr anchor="ctr"/>
        <a:lstStyle/>
        <a:p>
          <a:r>
            <a:rPr lang="en-GB" sz="1800" b="1" i="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en-FR" sz="1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EE07B7-0451-0743-BE9F-A2C809D75E7D}" type="parTrans" cxnId="{FE8F0990-1EF5-1C46-BDC4-17D1A552C90F}">
      <dgm:prSet/>
      <dgm:spPr/>
      <dgm:t>
        <a:bodyPr/>
        <a:lstStyle/>
        <a:p>
          <a:endParaRPr lang="en-GB"/>
        </a:p>
      </dgm:t>
    </dgm:pt>
    <dgm:pt modelId="{5F627DC3-364D-BE41-A894-6DE678F5D654}" type="sibTrans" cxnId="{FE8F0990-1EF5-1C46-BDC4-17D1A552C90F}">
      <dgm:prSet/>
      <dgm:spPr/>
      <dgm:t>
        <a:bodyPr/>
        <a:lstStyle/>
        <a:p>
          <a:endParaRPr lang="en-GB"/>
        </a:p>
      </dgm:t>
    </dgm:pt>
    <dgm:pt modelId="{5C9BDD47-9610-2747-BA46-10F2FFF3C4FA}">
      <dgm:prSet custT="1"/>
      <dgm:spPr/>
      <dgm:t>
        <a:bodyPr anchor="ctr"/>
        <a:lstStyle/>
        <a:p>
          <a:r>
            <a:rPr lang="en-GB" sz="1800" b="1" i="0" dirty="0">
              <a:latin typeface="Arial" panose="020B0604020202020204" pitchFamily="34" charset="0"/>
              <a:cs typeface="Arial" panose="020B0604020202020204" pitchFamily="34" charset="0"/>
            </a:rPr>
            <a:t>Observability</a:t>
          </a:r>
          <a:endParaRPr lang="en-FR" sz="1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2A70F4-E7C3-1042-B7CE-1A08075B52F5}" type="parTrans" cxnId="{F0190DA9-2442-F845-AAB6-91E81ABE7C63}">
      <dgm:prSet/>
      <dgm:spPr/>
      <dgm:t>
        <a:bodyPr/>
        <a:lstStyle/>
        <a:p>
          <a:endParaRPr lang="en-GB"/>
        </a:p>
      </dgm:t>
    </dgm:pt>
    <dgm:pt modelId="{1BB3D75B-E2CF-BA41-94B2-1D29A62E5A62}" type="sibTrans" cxnId="{F0190DA9-2442-F845-AAB6-91E81ABE7C63}">
      <dgm:prSet/>
      <dgm:spPr/>
      <dgm:t>
        <a:bodyPr/>
        <a:lstStyle/>
        <a:p>
          <a:endParaRPr lang="en-GB"/>
        </a:p>
      </dgm:t>
    </dgm:pt>
    <dgm:pt modelId="{989B3044-F897-EB4A-A833-06ADA86D05AF}">
      <dgm:prSet custT="1"/>
      <dgm:spPr/>
      <dgm:t>
        <a:bodyPr anchor="ctr"/>
        <a:lstStyle/>
        <a:p>
          <a:r>
            <a:rPr lang="en-GB" sz="1700" b="1" i="0" dirty="0" err="1">
              <a:latin typeface="Arial" panose="020B0604020202020204" pitchFamily="34" charset="0"/>
              <a:cs typeface="Arial" panose="020B0604020202020204" pitchFamily="34" charset="0"/>
            </a:rPr>
            <a:t>CrewAI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 for 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agent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 implementation</a:t>
          </a:r>
          <a:endParaRPr lang="en-FR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ED04C9-3961-C843-BA0C-DAF579D9FE15}" type="parTrans" cxnId="{2FEF4DCB-57A8-0043-8F38-75998DB6CF03}">
      <dgm:prSet/>
      <dgm:spPr/>
      <dgm:t>
        <a:bodyPr/>
        <a:lstStyle/>
        <a:p>
          <a:endParaRPr lang="en-GB" sz="4000"/>
        </a:p>
      </dgm:t>
    </dgm:pt>
    <dgm:pt modelId="{10528B8A-5EA2-0945-84C2-A6E5402E6DB8}" type="sibTrans" cxnId="{2FEF4DCB-57A8-0043-8F38-75998DB6CF03}">
      <dgm:prSet/>
      <dgm:spPr/>
      <dgm:t>
        <a:bodyPr/>
        <a:lstStyle/>
        <a:p>
          <a:endParaRPr lang="en-GB"/>
        </a:p>
      </dgm:t>
    </dgm:pt>
    <dgm:pt modelId="{AABFC3E8-6794-7048-A24E-95EF951A6914}">
      <dgm:prSet custT="1"/>
      <dgm:spPr/>
      <dgm:t>
        <a:bodyPr anchor="ctr"/>
        <a:lstStyle/>
        <a:p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FastAPI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  for the async server runtime.</a:t>
          </a:r>
        </a:p>
      </dgm:t>
    </dgm:pt>
    <dgm:pt modelId="{DA087ED1-D6A0-4D42-A573-964B8A57061F}" type="parTrans" cxnId="{93A1BCC2-8157-1640-A90C-9D1BBA19B0B5}">
      <dgm:prSet/>
      <dgm:spPr/>
      <dgm:t>
        <a:bodyPr/>
        <a:lstStyle/>
        <a:p>
          <a:endParaRPr lang="en-GB" sz="4000"/>
        </a:p>
      </dgm:t>
    </dgm:pt>
    <dgm:pt modelId="{3A1305BE-F3D0-074D-A8A4-91C599E05A59}" type="sibTrans" cxnId="{93A1BCC2-8157-1640-A90C-9D1BBA19B0B5}">
      <dgm:prSet/>
      <dgm:spPr/>
      <dgm:t>
        <a:bodyPr/>
        <a:lstStyle/>
        <a:p>
          <a:endParaRPr lang="en-GB"/>
        </a:p>
      </dgm:t>
    </dgm:pt>
    <dgm:pt modelId="{A73E7EF7-94C2-B84F-9DC8-4FBF2788C989}">
      <dgm:prSet custT="1"/>
      <dgm:spPr/>
      <dgm:t>
        <a:bodyPr anchor="ctr"/>
        <a:lstStyle/>
        <a:p>
          <a:r>
            <a:rPr lang="en-GB" sz="1700" b="1" i="0" dirty="0" err="1">
              <a:latin typeface="Arial" panose="020B0604020202020204" pitchFamily="34" charset="0"/>
              <a:cs typeface="Arial" panose="020B0604020202020204" pitchFamily="34" charset="0"/>
            </a:rPr>
            <a:t>LangGraph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for 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orchestration, </a:t>
          </a:r>
          <a:r>
            <a:rPr lang="en-GB" sz="1700" b="1" i="0" dirty="0" err="1">
              <a:latin typeface="Arial" panose="020B0604020202020204" pitchFamily="34" charset="0"/>
              <a:cs typeface="Arial" panose="020B0604020202020204" pitchFamily="34" charset="0"/>
            </a:rPr>
            <a:t>LangChain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 for native tools</a:t>
          </a:r>
          <a:endParaRPr lang="en-FR" sz="17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EC9641-E021-784D-A857-B615E55AF8C0}" type="parTrans" cxnId="{1FDE152B-82DF-0D4B-8337-22B6B4BD90AF}">
      <dgm:prSet/>
      <dgm:spPr/>
      <dgm:t>
        <a:bodyPr/>
        <a:lstStyle/>
        <a:p>
          <a:endParaRPr lang="en-GB" sz="4000"/>
        </a:p>
      </dgm:t>
    </dgm:pt>
    <dgm:pt modelId="{64F49D8F-6411-104A-9C23-6C9FB7745CC3}" type="sibTrans" cxnId="{1FDE152B-82DF-0D4B-8337-22B6B4BD90AF}">
      <dgm:prSet/>
      <dgm:spPr/>
      <dgm:t>
        <a:bodyPr/>
        <a:lstStyle/>
        <a:p>
          <a:endParaRPr lang="en-GB"/>
        </a:p>
      </dgm:t>
    </dgm:pt>
    <dgm:pt modelId="{33A9387D-985C-6649-8C96-DC8FA3C44299}">
      <dgm:prSet custT="1"/>
      <dgm:spPr/>
      <dgm:t>
        <a:bodyPr anchor="ctr"/>
        <a:lstStyle/>
        <a:p>
          <a:r>
            <a:rPr lang="en-GB" sz="1700" b="1" i="0" dirty="0" err="1">
              <a:latin typeface="Arial" panose="020B0604020202020204" pitchFamily="34" charset="0"/>
              <a:cs typeface="Arial" panose="020B0604020202020204" pitchFamily="34" charset="0"/>
            </a:rPr>
            <a:t>LangGraph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 Monitoring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 traces every 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graph node state 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transition, exported to </a:t>
          </a:r>
          <a:r>
            <a:rPr lang="en-GB" sz="1700" b="1" i="0" dirty="0">
              <a:latin typeface="Arial" panose="020B0604020202020204" pitchFamily="34" charset="0"/>
              <a:cs typeface="Arial" panose="020B0604020202020204" pitchFamily="34" charset="0"/>
            </a:rPr>
            <a:t>Cloud Logging </a:t>
          </a:r>
          <a:r>
            <a:rPr lang="en-GB" sz="1700" b="0" i="0" dirty="0">
              <a:latin typeface="Arial" panose="020B0604020202020204" pitchFamily="34" charset="0"/>
              <a:cs typeface="Arial" panose="020B0604020202020204" pitchFamily="34" charset="0"/>
            </a:rPr>
            <a:t>and Cloud Trace(Grafana) for production monitoring.</a:t>
          </a:r>
          <a:endParaRPr lang="en-FR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9F3D6A-C734-1847-BA52-F801EEA68623}" type="parTrans" cxnId="{1724DD85-0A9C-2A47-8037-0EC29F1C3917}">
      <dgm:prSet/>
      <dgm:spPr/>
      <dgm:t>
        <a:bodyPr/>
        <a:lstStyle/>
        <a:p>
          <a:endParaRPr lang="en-GB" sz="4000"/>
        </a:p>
      </dgm:t>
    </dgm:pt>
    <dgm:pt modelId="{E59E09A9-C76C-5543-B75B-FD7F2CBD17CD}" type="sibTrans" cxnId="{1724DD85-0A9C-2A47-8037-0EC29F1C3917}">
      <dgm:prSet/>
      <dgm:spPr/>
      <dgm:t>
        <a:bodyPr/>
        <a:lstStyle/>
        <a:p>
          <a:endParaRPr lang="en-GB"/>
        </a:p>
      </dgm:t>
    </dgm:pt>
    <dgm:pt modelId="{7FAFEFF7-3077-A441-B28D-F613062E4351}">
      <dgm:prSet custT="1"/>
      <dgm:spPr/>
      <dgm:t>
        <a:bodyPr anchor="ctr"/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Terraform: Infrastructure as a Service</a:t>
          </a:r>
        </a:p>
      </dgm:t>
    </dgm:pt>
    <dgm:pt modelId="{7D376117-9950-574F-A5EA-1241B11A20B5}" type="parTrans" cxnId="{68CDB8DA-7EF0-9C48-AA68-147A7886C716}">
      <dgm:prSet/>
      <dgm:spPr/>
      <dgm:t>
        <a:bodyPr/>
        <a:lstStyle/>
        <a:p>
          <a:endParaRPr lang="en-GB"/>
        </a:p>
      </dgm:t>
    </dgm:pt>
    <dgm:pt modelId="{D13412FB-7D2A-A744-89B8-1C6AC21BAEE3}" type="sibTrans" cxnId="{68CDB8DA-7EF0-9C48-AA68-147A7886C716}">
      <dgm:prSet/>
      <dgm:spPr/>
      <dgm:t>
        <a:bodyPr/>
        <a:lstStyle/>
        <a:p>
          <a:endParaRPr lang="en-GB"/>
        </a:p>
      </dgm:t>
    </dgm:pt>
    <dgm:pt modelId="{2C7BBC92-9F12-024F-9E5C-1AF62B8A45DB}">
      <dgm:prSet custT="1"/>
      <dgm:spPr/>
      <dgm:t>
        <a:bodyPr anchor="ctr"/>
        <a:lstStyle/>
        <a:p>
          <a:r>
            <a:rPr lang="en-GB" sz="1800" b="1" i="0" dirty="0">
              <a:latin typeface="Arial" panose="020B0604020202020204" pitchFamily="34" charset="0"/>
              <a:cs typeface="Arial" panose="020B0604020202020204" pitchFamily="34" charset="0"/>
            </a:rPr>
            <a:t>Governance</a:t>
          </a:r>
          <a:endParaRPr lang="en-GB" sz="1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5C0953-30F0-E544-9110-3DF96B1A8A8D}" type="parTrans" cxnId="{F41892BF-F9D8-B54C-838C-2B0544A13F67}">
      <dgm:prSet/>
      <dgm:spPr/>
      <dgm:t>
        <a:bodyPr/>
        <a:lstStyle/>
        <a:p>
          <a:endParaRPr lang="en-GB"/>
        </a:p>
      </dgm:t>
    </dgm:pt>
    <dgm:pt modelId="{D4EEF888-7568-5541-BAD0-A0A1DAC253ED}" type="sibTrans" cxnId="{F41892BF-F9D8-B54C-838C-2B0544A13F67}">
      <dgm:prSet/>
      <dgm:spPr/>
      <dgm:t>
        <a:bodyPr/>
        <a:lstStyle/>
        <a:p>
          <a:endParaRPr lang="en-GB"/>
        </a:p>
      </dgm:t>
    </dgm:pt>
    <dgm:pt modelId="{126824ED-A138-9E4B-961B-6ECF43723E44}">
      <dgm:prSet/>
      <dgm:spPr/>
      <dgm:t>
        <a:bodyPr anchor="ctr"/>
        <a:lstStyle/>
        <a:p>
          <a:r>
            <a:rPr lang="en-GB" b="1" i="0" dirty="0">
              <a:latin typeface="Arial" panose="020B0604020202020204" pitchFamily="34" charset="0"/>
              <a:cs typeface="Arial" panose="020B0604020202020204" pitchFamily="34" charset="0"/>
            </a:rPr>
            <a:t>Sensitive Data Protection: </a:t>
          </a:r>
          <a:r>
            <a:rPr lang="en-GB" b="0" i="0" dirty="0">
              <a:latin typeface="Arial" panose="020B0604020202020204" pitchFamily="34" charset="0"/>
              <a:cs typeface="Arial" panose="020B0604020202020204" pitchFamily="34" charset="0"/>
            </a:rPr>
            <a:t>(GCP managed service) for PII redaction at ingress</a:t>
          </a:r>
          <a:endParaRPr lang="en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42D89-81DD-7F41-AE0F-6DA04FB3F74B}" type="parTrans" cxnId="{E2E6CC16-56BB-D943-80E1-4DC9C4B7DFD3}">
      <dgm:prSet/>
      <dgm:spPr/>
      <dgm:t>
        <a:bodyPr/>
        <a:lstStyle/>
        <a:p>
          <a:endParaRPr lang="en-GB"/>
        </a:p>
      </dgm:t>
    </dgm:pt>
    <dgm:pt modelId="{95D2B4B9-0C2A-964F-ABDC-23FFFBBC90CB}" type="sibTrans" cxnId="{E2E6CC16-56BB-D943-80E1-4DC9C4B7DFD3}">
      <dgm:prSet/>
      <dgm:spPr/>
      <dgm:t>
        <a:bodyPr/>
        <a:lstStyle/>
        <a:p>
          <a:endParaRPr lang="en-GB"/>
        </a:p>
      </dgm:t>
    </dgm:pt>
    <dgm:pt modelId="{28B79C78-A35C-F645-B10C-EEB923593683}">
      <dgm:prSet/>
      <dgm:spPr/>
      <dgm:t>
        <a:bodyPr anchor="ctr"/>
        <a:lstStyle/>
        <a:p>
          <a:r>
            <a:rPr lang="en-GB" b="1" i="0" dirty="0">
              <a:latin typeface="Arial" panose="020B0604020202020204" pitchFamily="34" charset="0"/>
              <a:cs typeface="Arial" panose="020B0604020202020204" pitchFamily="34" charset="0"/>
            </a:rPr>
            <a:t>Interrupt-based approval flow for high-risk actions </a:t>
          </a:r>
          <a:r>
            <a:rPr lang="en-GB" b="0" i="0" dirty="0">
              <a:latin typeface="Arial" panose="020B0604020202020204" pitchFamily="34" charset="0"/>
              <a:cs typeface="Arial" panose="020B0604020202020204" pitchFamily="34" charset="0"/>
            </a:rPr>
            <a:t>(Human-in-Loop validated via IAP identity). </a:t>
          </a:r>
          <a:endParaRPr lang="en-GB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CCB1E2-EB18-3748-B1F0-4D1AE42DBC7A}" type="parTrans" cxnId="{1F6E9CC9-2110-B346-8EBA-481CA096CC4A}">
      <dgm:prSet/>
      <dgm:spPr/>
      <dgm:t>
        <a:bodyPr/>
        <a:lstStyle/>
        <a:p>
          <a:endParaRPr lang="en-GB"/>
        </a:p>
      </dgm:t>
    </dgm:pt>
    <dgm:pt modelId="{4B6BDDBD-F55D-BC46-B56D-92DAD256951A}" type="sibTrans" cxnId="{1F6E9CC9-2110-B346-8EBA-481CA096CC4A}">
      <dgm:prSet/>
      <dgm:spPr/>
      <dgm:t>
        <a:bodyPr/>
        <a:lstStyle/>
        <a:p>
          <a:endParaRPr lang="en-GB"/>
        </a:p>
      </dgm:t>
    </dgm:pt>
    <dgm:pt modelId="{452D581B-37FD-1D4A-BDE1-17CF3EA2A63E}">
      <dgm:prSet custT="1"/>
      <dgm:spPr/>
      <dgm:t>
        <a:bodyPr/>
        <a:lstStyle/>
        <a:p>
          <a:pPr rtl="0"/>
          <a:r>
            <a:rPr lang="en-GB" sz="17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FastMCP</a:t>
          </a:r>
          <a:r>
            <a:rPr lang="en-GB" sz="17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for MCP server/client</a:t>
          </a:r>
        </a:p>
      </dgm:t>
    </dgm:pt>
    <dgm:pt modelId="{3F8A2E15-C106-384B-AEC4-4BB54EC2E886}" type="parTrans" cxnId="{8494F08C-88AB-0043-98F2-040D77DC00ED}">
      <dgm:prSet/>
      <dgm:spPr/>
      <dgm:t>
        <a:bodyPr/>
        <a:lstStyle/>
        <a:p>
          <a:endParaRPr lang="en-GB"/>
        </a:p>
      </dgm:t>
    </dgm:pt>
    <dgm:pt modelId="{455F4F13-C506-7241-B87E-8A14E105A249}" type="sibTrans" cxnId="{8494F08C-88AB-0043-98F2-040D77DC00ED}">
      <dgm:prSet/>
      <dgm:spPr/>
      <dgm:t>
        <a:bodyPr/>
        <a:lstStyle/>
        <a:p>
          <a:endParaRPr lang="en-GB"/>
        </a:p>
      </dgm:t>
    </dgm:pt>
    <dgm:pt modelId="{254D7064-797C-9B43-BA84-45E516971611}" type="pres">
      <dgm:prSet presAssocID="{8794A477-3197-E441-BBD2-D74F0FCEFF32}" presName="vert0" presStyleCnt="0">
        <dgm:presLayoutVars>
          <dgm:dir/>
          <dgm:animOne val="branch"/>
          <dgm:animLvl val="lvl"/>
        </dgm:presLayoutVars>
      </dgm:prSet>
      <dgm:spPr/>
    </dgm:pt>
    <dgm:pt modelId="{5A19B753-F6E0-494E-BAD6-C83C07E1FCB2}" type="pres">
      <dgm:prSet presAssocID="{4736B63C-C1E3-1942-A00B-729809F21DE3}" presName="thickLine" presStyleLbl="alignNode1" presStyleIdx="0" presStyleCnt="3"/>
      <dgm:spPr/>
    </dgm:pt>
    <dgm:pt modelId="{78A7C0B1-3EA2-DC46-A7A2-03BB534184C4}" type="pres">
      <dgm:prSet presAssocID="{4736B63C-C1E3-1942-A00B-729809F21DE3}" presName="horz1" presStyleCnt="0"/>
      <dgm:spPr/>
    </dgm:pt>
    <dgm:pt modelId="{FC4EBAAD-DE31-8049-A136-B99060429BC5}" type="pres">
      <dgm:prSet presAssocID="{4736B63C-C1E3-1942-A00B-729809F21DE3}" presName="tx1" presStyleLbl="revTx" presStyleIdx="0" presStyleCnt="11"/>
      <dgm:spPr/>
    </dgm:pt>
    <dgm:pt modelId="{6267CB5B-C469-EB45-8EC4-E20525CAD0A9}" type="pres">
      <dgm:prSet presAssocID="{4736B63C-C1E3-1942-A00B-729809F21DE3}" presName="vert1" presStyleCnt="0"/>
      <dgm:spPr/>
    </dgm:pt>
    <dgm:pt modelId="{FC222B32-3C78-574B-9BE4-0418A9C73F70}" type="pres">
      <dgm:prSet presAssocID="{A73E7EF7-94C2-B84F-9DC8-4FBF2788C989}" presName="vertSpace2a" presStyleCnt="0"/>
      <dgm:spPr/>
    </dgm:pt>
    <dgm:pt modelId="{FAA904E7-2E22-BA48-99C6-511A2D0BA3E3}" type="pres">
      <dgm:prSet presAssocID="{A73E7EF7-94C2-B84F-9DC8-4FBF2788C989}" presName="horz2" presStyleCnt="0"/>
      <dgm:spPr/>
    </dgm:pt>
    <dgm:pt modelId="{1D2EB743-6345-E34D-B317-15D37A1BA780}" type="pres">
      <dgm:prSet presAssocID="{A73E7EF7-94C2-B84F-9DC8-4FBF2788C989}" presName="horzSpace2" presStyleCnt="0"/>
      <dgm:spPr/>
    </dgm:pt>
    <dgm:pt modelId="{8C3173ED-311C-E145-BCF9-C622F4E7ECEA}" type="pres">
      <dgm:prSet presAssocID="{A73E7EF7-94C2-B84F-9DC8-4FBF2788C989}" presName="tx2" presStyleLbl="revTx" presStyleIdx="1" presStyleCnt="11"/>
      <dgm:spPr/>
    </dgm:pt>
    <dgm:pt modelId="{EC46A138-1F89-364F-8967-00C5A88D5B78}" type="pres">
      <dgm:prSet presAssocID="{A73E7EF7-94C2-B84F-9DC8-4FBF2788C989}" presName="vert2" presStyleCnt="0"/>
      <dgm:spPr/>
    </dgm:pt>
    <dgm:pt modelId="{9D425CB1-71A5-3E48-BF05-4E867AAF5334}" type="pres">
      <dgm:prSet presAssocID="{A73E7EF7-94C2-B84F-9DC8-4FBF2788C989}" presName="thinLine2b" presStyleLbl="callout" presStyleIdx="0" presStyleCnt="8"/>
      <dgm:spPr/>
    </dgm:pt>
    <dgm:pt modelId="{9DAF1AAA-9811-F34D-88B4-05B54327F1CA}" type="pres">
      <dgm:prSet presAssocID="{A73E7EF7-94C2-B84F-9DC8-4FBF2788C989}" presName="vertSpace2b" presStyleCnt="0"/>
      <dgm:spPr/>
    </dgm:pt>
    <dgm:pt modelId="{837C8E11-08B5-554E-BEDB-2B709CE651F0}" type="pres">
      <dgm:prSet presAssocID="{989B3044-F897-EB4A-A833-06ADA86D05AF}" presName="horz2" presStyleCnt="0"/>
      <dgm:spPr/>
    </dgm:pt>
    <dgm:pt modelId="{30F8D0D2-21AE-654A-A9B4-CE23BCCBC60D}" type="pres">
      <dgm:prSet presAssocID="{989B3044-F897-EB4A-A833-06ADA86D05AF}" presName="horzSpace2" presStyleCnt="0"/>
      <dgm:spPr/>
    </dgm:pt>
    <dgm:pt modelId="{A5A9F8C7-A414-8540-B01C-22B23AFDCC4D}" type="pres">
      <dgm:prSet presAssocID="{989B3044-F897-EB4A-A833-06ADA86D05AF}" presName="tx2" presStyleLbl="revTx" presStyleIdx="2" presStyleCnt="11"/>
      <dgm:spPr/>
    </dgm:pt>
    <dgm:pt modelId="{A689A196-AD14-E847-BDD2-B32121851402}" type="pres">
      <dgm:prSet presAssocID="{989B3044-F897-EB4A-A833-06ADA86D05AF}" presName="vert2" presStyleCnt="0"/>
      <dgm:spPr/>
    </dgm:pt>
    <dgm:pt modelId="{999162E4-42E7-8C4D-B814-E1B3159AFA16}" type="pres">
      <dgm:prSet presAssocID="{989B3044-F897-EB4A-A833-06ADA86D05AF}" presName="thinLine2b" presStyleLbl="callout" presStyleIdx="1" presStyleCnt="8"/>
      <dgm:spPr/>
    </dgm:pt>
    <dgm:pt modelId="{DA500FC2-C68A-DB49-A57C-0F285FE87BF5}" type="pres">
      <dgm:prSet presAssocID="{989B3044-F897-EB4A-A833-06ADA86D05AF}" presName="vertSpace2b" presStyleCnt="0"/>
      <dgm:spPr/>
    </dgm:pt>
    <dgm:pt modelId="{D159A20D-C61C-EE47-9B5C-A3E880B6CF43}" type="pres">
      <dgm:prSet presAssocID="{AABFC3E8-6794-7048-A24E-95EF951A6914}" presName="horz2" presStyleCnt="0"/>
      <dgm:spPr/>
    </dgm:pt>
    <dgm:pt modelId="{422E528F-272A-EB40-91C5-26D78404657D}" type="pres">
      <dgm:prSet presAssocID="{AABFC3E8-6794-7048-A24E-95EF951A6914}" presName="horzSpace2" presStyleCnt="0"/>
      <dgm:spPr/>
    </dgm:pt>
    <dgm:pt modelId="{5AB9E01C-4E39-A143-A9E1-4E7724993BE3}" type="pres">
      <dgm:prSet presAssocID="{AABFC3E8-6794-7048-A24E-95EF951A6914}" presName="tx2" presStyleLbl="revTx" presStyleIdx="3" presStyleCnt="11"/>
      <dgm:spPr/>
    </dgm:pt>
    <dgm:pt modelId="{E106A2A2-330B-D24A-97F9-18C7D2C077CB}" type="pres">
      <dgm:prSet presAssocID="{AABFC3E8-6794-7048-A24E-95EF951A6914}" presName="vert2" presStyleCnt="0"/>
      <dgm:spPr/>
    </dgm:pt>
    <dgm:pt modelId="{C31F433C-EE65-5946-BE7B-844803DC96B7}" type="pres">
      <dgm:prSet presAssocID="{AABFC3E8-6794-7048-A24E-95EF951A6914}" presName="thinLine2b" presStyleLbl="callout" presStyleIdx="2" presStyleCnt="8"/>
      <dgm:spPr/>
    </dgm:pt>
    <dgm:pt modelId="{577CF0A8-20F5-9640-9D4C-4B719B830017}" type="pres">
      <dgm:prSet presAssocID="{AABFC3E8-6794-7048-A24E-95EF951A6914}" presName="vertSpace2b" presStyleCnt="0"/>
      <dgm:spPr/>
    </dgm:pt>
    <dgm:pt modelId="{E4AE43B9-E1EC-B44B-B6E1-5037CBF50694}" type="pres">
      <dgm:prSet presAssocID="{452D581B-37FD-1D4A-BDE1-17CF3EA2A63E}" presName="horz2" presStyleCnt="0"/>
      <dgm:spPr/>
    </dgm:pt>
    <dgm:pt modelId="{1247BAD8-3E0C-3147-866C-CAD75A530995}" type="pres">
      <dgm:prSet presAssocID="{452D581B-37FD-1D4A-BDE1-17CF3EA2A63E}" presName="horzSpace2" presStyleCnt="0"/>
      <dgm:spPr/>
    </dgm:pt>
    <dgm:pt modelId="{ADB70C09-70AE-6846-B363-4529FB3B281D}" type="pres">
      <dgm:prSet presAssocID="{452D581B-37FD-1D4A-BDE1-17CF3EA2A63E}" presName="tx2" presStyleLbl="revTx" presStyleIdx="4" presStyleCnt="11"/>
      <dgm:spPr/>
    </dgm:pt>
    <dgm:pt modelId="{91318A26-EB9D-FD4E-985B-ECB7AE62294C}" type="pres">
      <dgm:prSet presAssocID="{452D581B-37FD-1D4A-BDE1-17CF3EA2A63E}" presName="vert2" presStyleCnt="0"/>
      <dgm:spPr/>
    </dgm:pt>
    <dgm:pt modelId="{61628B97-F417-914E-A735-24755D579BA4}" type="pres">
      <dgm:prSet presAssocID="{452D581B-37FD-1D4A-BDE1-17CF3EA2A63E}" presName="thinLine2b" presStyleLbl="callout" presStyleIdx="3" presStyleCnt="8"/>
      <dgm:spPr/>
    </dgm:pt>
    <dgm:pt modelId="{2877026A-8CAA-664F-B727-7DBC27525BAF}" type="pres">
      <dgm:prSet presAssocID="{452D581B-37FD-1D4A-BDE1-17CF3EA2A63E}" presName="vertSpace2b" presStyleCnt="0"/>
      <dgm:spPr/>
    </dgm:pt>
    <dgm:pt modelId="{CD031C4D-4139-A742-922E-028E367AC3A5}" type="pres">
      <dgm:prSet presAssocID="{7FAFEFF7-3077-A441-B28D-F613062E4351}" presName="horz2" presStyleCnt="0"/>
      <dgm:spPr/>
    </dgm:pt>
    <dgm:pt modelId="{C48BDABE-B156-A845-8A9F-D4B55A413F04}" type="pres">
      <dgm:prSet presAssocID="{7FAFEFF7-3077-A441-B28D-F613062E4351}" presName="horzSpace2" presStyleCnt="0"/>
      <dgm:spPr/>
    </dgm:pt>
    <dgm:pt modelId="{B2FE2E66-CDEE-6247-8919-CF0E48226A0A}" type="pres">
      <dgm:prSet presAssocID="{7FAFEFF7-3077-A441-B28D-F613062E4351}" presName="tx2" presStyleLbl="revTx" presStyleIdx="5" presStyleCnt="11"/>
      <dgm:spPr/>
    </dgm:pt>
    <dgm:pt modelId="{4CF083C8-0723-8A4C-B187-6EEE3AE52567}" type="pres">
      <dgm:prSet presAssocID="{7FAFEFF7-3077-A441-B28D-F613062E4351}" presName="vert2" presStyleCnt="0"/>
      <dgm:spPr/>
    </dgm:pt>
    <dgm:pt modelId="{DCA20C24-8F1B-BE4C-8B86-BFCD7ED3353A}" type="pres">
      <dgm:prSet presAssocID="{7FAFEFF7-3077-A441-B28D-F613062E4351}" presName="thinLine2b" presStyleLbl="callout" presStyleIdx="4" presStyleCnt="8"/>
      <dgm:spPr/>
    </dgm:pt>
    <dgm:pt modelId="{81CF06D2-64B7-434D-A8F0-D6DACF785416}" type="pres">
      <dgm:prSet presAssocID="{7FAFEFF7-3077-A441-B28D-F613062E4351}" presName="vertSpace2b" presStyleCnt="0"/>
      <dgm:spPr/>
    </dgm:pt>
    <dgm:pt modelId="{3061C708-74AE-4048-BECC-C76F1415F8A0}" type="pres">
      <dgm:prSet presAssocID="{5C9BDD47-9610-2747-BA46-10F2FFF3C4FA}" presName="thickLine" presStyleLbl="alignNode1" presStyleIdx="1" presStyleCnt="3"/>
      <dgm:spPr/>
    </dgm:pt>
    <dgm:pt modelId="{C954D95F-BC31-E24B-BDC7-8F22FE423E60}" type="pres">
      <dgm:prSet presAssocID="{5C9BDD47-9610-2747-BA46-10F2FFF3C4FA}" presName="horz1" presStyleCnt="0"/>
      <dgm:spPr/>
    </dgm:pt>
    <dgm:pt modelId="{BCEC96CD-4167-0C4D-86EA-D0586DD5B2C7}" type="pres">
      <dgm:prSet presAssocID="{5C9BDD47-9610-2747-BA46-10F2FFF3C4FA}" presName="tx1" presStyleLbl="revTx" presStyleIdx="6" presStyleCnt="11"/>
      <dgm:spPr/>
    </dgm:pt>
    <dgm:pt modelId="{FA285B63-E119-0A46-AA6F-A3DBC8D85723}" type="pres">
      <dgm:prSet presAssocID="{5C9BDD47-9610-2747-BA46-10F2FFF3C4FA}" presName="vert1" presStyleCnt="0"/>
      <dgm:spPr/>
    </dgm:pt>
    <dgm:pt modelId="{3B87272A-445A-7643-AFC7-FE7AD359ED28}" type="pres">
      <dgm:prSet presAssocID="{33A9387D-985C-6649-8C96-DC8FA3C44299}" presName="vertSpace2a" presStyleCnt="0"/>
      <dgm:spPr/>
    </dgm:pt>
    <dgm:pt modelId="{AACB4EAE-C4DF-E94C-A8C1-37AE1358240A}" type="pres">
      <dgm:prSet presAssocID="{33A9387D-985C-6649-8C96-DC8FA3C44299}" presName="horz2" presStyleCnt="0"/>
      <dgm:spPr/>
    </dgm:pt>
    <dgm:pt modelId="{987A2FD0-9B79-C146-87DF-5E709285FBAD}" type="pres">
      <dgm:prSet presAssocID="{33A9387D-985C-6649-8C96-DC8FA3C44299}" presName="horzSpace2" presStyleCnt="0"/>
      <dgm:spPr/>
    </dgm:pt>
    <dgm:pt modelId="{B2E3178C-1F53-154B-BA3A-B84A3B8E6722}" type="pres">
      <dgm:prSet presAssocID="{33A9387D-985C-6649-8C96-DC8FA3C44299}" presName="tx2" presStyleLbl="revTx" presStyleIdx="7" presStyleCnt="11"/>
      <dgm:spPr/>
    </dgm:pt>
    <dgm:pt modelId="{AC503992-CB4A-D74D-BF77-D8994244C7C8}" type="pres">
      <dgm:prSet presAssocID="{33A9387D-985C-6649-8C96-DC8FA3C44299}" presName="vert2" presStyleCnt="0"/>
      <dgm:spPr/>
    </dgm:pt>
    <dgm:pt modelId="{ACB88B4F-0941-6944-833A-3D527A1BBCE8}" type="pres">
      <dgm:prSet presAssocID="{33A9387D-985C-6649-8C96-DC8FA3C44299}" presName="thinLine2b" presStyleLbl="callout" presStyleIdx="5" presStyleCnt="8"/>
      <dgm:spPr/>
    </dgm:pt>
    <dgm:pt modelId="{1A77695B-0C84-C045-B04B-48BB988EBF42}" type="pres">
      <dgm:prSet presAssocID="{33A9387D-985C-6649-8C96-DC8FA3C44299}" presName="vertSpace2b" presStyleCnt="0"/>
      <dgm:spPr/>
    </dgm:pt>
    <dgm:pt modelId="{A498A043-8ADA-6C43-8236-5D6D89D93B3C}" type="pres">
      <dgm:prSet presAssocID="{2C7BBC92-9F12-024F-9E5C-1AF62B8A45DB}" presName="thickLine" presStyleLbl="alignNode1" presStyleIdx="2" presStyleCnt="3"/>
      <dgm:spPr/>
    </dgm:pt>
    <dgm:pt modelId="{E39BD683-8F7D-F948-8CC5-17C15BB7F81C}" type="pres">
      <dgm:prSet presAssocID="{2C7BBC92-9F12-024F-9E5C-1AF62B8A45DB}" presName="horz1" presStyleCnt="0"/>
      <dgm:spPr/>
    </dgm:pt>
    <dgm:pt modelId="{F7EA059E-91AC-6B4C-8686-FF015BEDA72F}" type="pres">
      <dgm:prSet presAssocID="{2C7BBC92-9F12-024F-9E5C-1AF62B8A45DB}" presName="tx1" presStyleLbl="revTx" presStyleIdx="8" presStyleCnt="11"/>
      <dgm:spPr/>
    </dgm:pt>
    <dgm:pt modelId="{AD17835B-ACC4-144E-AB76-B9A2A5EEA007}" type="pres">
      <dgm:prSet presAssocID="{2C7BBC92-9F12-024F-9E5C-1AF62B8A45DB}" presName="vert1" presStyleCnt="0"/>
      <dgm:spPr/>
    </dgm:pt>
    <dgm:pt modelId="{755A91E4-A406-2C40-AD67-D1EB5DBD351E}" type="pres">
      <dgm:prSet presAssocID="{126824ED-A138-9E4B-961B-6ECF43723E44}" presName="vertSpace2a" presStyleCnt="0"/>
      <dgm:spPr/>
    </dgm:pt>
    <dgm:pt modelId="{2B7417F3-CA12-554F-A9A6-0DE54A73966B}" type="pres">
      <dgm:prSet presAssocID="{126824ED-A138-9E4B-961B-6ECF43723E44}" presName="horz2" presStyleCnt="0"/>
      <dgm:spPr/>
    </dgm:pt>
    <dgm:pt modelId="{6755E752-3250-1148-88A7-7644C8338CC2}" type="pres">
      <dgm:prSet presAssocID="{126824ED-A138-9E4B-961B-6ECF43723E44}" presName="horzSpace2" presStyleCnt="0"/>
      <dgm:spPr/>
    </dgm:pt>
    <dgm:pt modelId="{99BEF9F6-6E46-3F4C-B593-FFEE3A9E8E47}" type="pres">
      <dgm:prSet presAssocID="{126824ED-A138-9E4B-961B-6ECF43723E44}" presName="tx2" presStyleLbl="revTx" presStyleIdx="9" presStyleCnt="11"/>
      <dgm:spPr/>
    </dgm:pt>
    <dgm:pt modelId="{361E6FF6-3E46-7B4D-9460-04D459AE2DA5}" type="pres">
      <dgm:prSet presAssocID="{126824ED-A138-9E4B-961B-6ECF43723E44}" presName="vert2" presStyleCnt="0"/>
      <dgm:spPr/>
    </dgm:pt>
    <dgm:pt modelId="{16956F29-6AA6-CC4B-984F-1840035FB9F8}" type="pres">
      <dgm:prSet presAssocID="{126824ED-A138-9E4B-961B-6ECF43723E44}" presName="thinLine2b" presStyleLbl="callout" presStyleIdx="6" presStyleCnt="8"/>
      <dgm:spPr/>
    </dgm:pt>
    <dgm:pt modelId="{B87C5B00-A79F-DC4F-B420-064C8FA016C9}" type="pres">
      <dgm:prSet presAssocID="{126824ED-A138-9E4B-961B-6ECF43723E44}" presName="vertSpace2b" presStyleCnt="0"/>
      <dgm:spPr/>
    </dgm:pt>
    <dgm:pt modelId="{958411E4-3561-0545-A6D7-5130B6ECF169}" type="pres">
      <dgm:prSet presAssocID="{28B79C78-A35C-F645-B10C-EEB923593683}" presName="horz2" presStyleCnt="0"/>
      <dgm:spPr/>
    </dgm:pt>
    <dgm:pt modelId="{C09702A2-6A2F-9145-A2B7-2C5893911B6F}" type="pres">
      <dgm:prSet presAssocID="{28B79C78-A35C-F645-B10C-EEB923593683}" presName="horzSpace2" presStyleCnt="0"/>
      <dgm:spPr/>
    </dgm:pt>
    <dgm:pt modelId="{20DD09FA-6CB9-4146-8F49-C0B1D78EE736}" type="pres">
      <dgm:prSet presAssocID="{28B79C78-A35C-F645-B10C-EEB923593683}" presName="tx2" presStyleLbl="revTx" presStyleIdx="10" presStyleCnt="11"/>
      <dgm:spPr/>
    </dgm:pt>
    <dgm:pt modelId="{0FB368FA-0D0B-E54A-B7EC-E62CDADEC664}" type="pres">
      <dgm:prSet presAssocID="{28B79C78-A35C-F645-B10C-EEB923593683}" presName="vert2" presStyleCnt="0"/>
      <dgm:spPr/>
    </dgm:pt>
    <dgm:pt modelId="{E6D574F2-58BB-8941-9D85-29CEF2F39F7D}" type="pres">
      <dgm:prSet presAssocID="{28B79C78-A35C-F645-B10C-EEB923593683}" presName="thinLine2b" presStyleLbl="callout" presStyleIdx="7" presStyleCnt="8"/>
      <dgm:spPr/>
    </dgm:pt>
    <dgm:pt modelId="{35C7E77A-9201-7243-9E62-E56D9A0A1888}" type="pres">
      <dgm:prSet presAssocID="{28B79C78-A35C-F645-B10C-EEB923593683}" presName="vertSpace2b" presStyleCnt="0"/>
      <dgm:spPr/>
    </dgm:pt>
  </dgm:ptLst>
  <dgm:cxnLst>
    <dgm:cxn modelId="{E2E6CC16-56BB-D943-80E1-4DC9C4B7DFD3}" srcId="{2C7BBC92-9F12-024F-9E5C-1AF62B8A45DB}" destId="{126824ED-A138-9E4B-961B-6ECF43723E44}" srcOrd="0" destOrd="0" parTransId="{6B142D89-81DD-7F41-AE0F-6DA04FB3F74B}" sibTransId="{95D2B4B9-0C2A-964F-ABDC-23FFFBBC90CB}"/>
    <dgm:cxn modelId="{9F24CB2A-6DBA-D541-813A-612D0316C7C2}" type="presOf" srcId="{8794A477-3197-E441-BBD2-D74F0FCEFF32}" destId="{254D7064-797C-9B43-BA84-45E516971611}" srcOrd="0" destOrd="0" presId="urn:microsoft.com/office/officeart/2008/layout/LinedList"/>
    <dgm:cxn modelId="{1FDE152B-82DF-0D4B-8337-22B6B4BD90AF}" srcId="{4736B63C-C1E3-1942-A00B-729809F21DE3}" destId="{A73E7EF7-94C2-B84F-9DC8-4FBF2788C989}" srcOrd="0" destOrd="0" parTransId="{E2EC9641-E021-784D-A857-B615E55AF8C0}" sibTransId="{64F49D8F-6411-104A-9C23-6C9FB7745CC3}"/>
    <dgm:cxn modelId="{85335D2B-2814-8F4B-A514-7FF75887442E}" type="presOf" srcId="{AABFC3E8-6794-7048-A24E-95EF951A6914}" destId="{5AB9E01C-4E39-A143-A9E1-4E7724993BE3}" srcOrd="0" destOrd="0" presId="urn:microsoft.com/office/officeart/2008/layout/LinedList"/>
    <dgm:cxn modelId="{C5CD5D2F-A871-5443-9951-43B976DF11CF}" type="presOf" srcId="{A73E7EF7-94C2-B84F-9DC8-4FBF2788C989}" destId="{8C3173ED-311C-E145-BCF9-C622F4E7ECEA}" srcOrd="0" destOrd="0" presId="urn:microsoft.com/office/officeart/2008/layout/LinedList"/>
    <dgm:cxn modelId="{B22F0D3B-9AB8-4B47-B25B-E5ABBF6155A8}" type="presOf" srcId="{989B3044-F897-EB4A-A833-06ADA86D05AF}" destId="{A5A9F8C7-A414-8540-B01C-22B23AFDCC4D}" srcOrd="0" destOrd="0" presId="urn:microsoft.com/office/officeart/2008/layout/LinedList"/>
    <dgm:cxn modelId="{6053943E-787B-C94C-8EFB-E1507757ED75}" type="presOf" srcId="{2C7BBC92-9F12-024F-9E5C-1AF62B8A45DB}" destId="{F7EA059E-91AC-6B4C-8686-FF015BEDA72F}" srcOrd="0" destOrd="0" presId="urn:microsoft.com/office/officeart/2008/layout/LinedList"/>
    <dgm:cxn modelId="{82DD9B7A-6D10-3348-A5E4-51B60759C7FC}" type="presOf" srcId="{28B79C78-A35C-F645-B10C-EEB923593683}" destId="{20DD09FA-6CB9-4146-8F49-C0B1D78EE736}" srcOrd="0" destOrd="0" presId="urn:microsoft.com/office/officeart/2008/layout/LinedList"/>
    <dgm:cxn modelId="{1724DD85-0A9C-2A47-8037-0EC29F1C3917}" srcId="{5C9BDD47-9610-2747-BA46-10F2FFF3C4FA}" destId="{33A9387D-985C-6649-8C96-DC8FA3C44299}" srcOrd="0" destOrd="0" parTransId="{469F3D6A-C734-1847-BA52-F801EEA68623}" sibTransId="{E59E09A9-C76C-5543-B75B-FD7F2CBD17CD}"/>
    <dgm:cxn modelId="{8494F08C-88AB-0043-98F2-040D77DC00ED}" srcId="{4736B63C-C1E3-1942-A00B-729809F21DE3}" destId="{452D581B-37FD-1D4A-BDE1-17CF3EA2A63E}" srcOrd="3" destOrd="0" parTransId="{3F8A2E15-C106-384B-AEC4-4BB54EC2E886}" sibTransId="{455F4F13-C506-7241-B87E-8A14E105A249}"/>
    <dgm:cxn modelId="{FE8F0990-1EF5-1C46-BDC4-17D1A552C90F}" srcId="{8794A477-3197-E441-BBD2-D74F0FCEFF32}" destId="{4736B63C-C1E3-1942-A00B-729809F21DE3}" srcOrd="0" destOrd="0" parTransId="{29EE07B7-0451-0743-BE9F-A2C809D75E7D}" sibTransId="{5F627DC3-364D-BE41-A894-6DE678F5D654}"/>
    <dgm:cxn modelId="{C796CD92-40D8-6442-853F-D0C4FDC7A06F}" type="presOf" srcId="{126824ED-A138-9E4B-961B-6ECF43723E44}" destId="{99BEF9F6-6E46-3F4C-B593-FFEE3A9E8E47}" srcOrd="0" destOrd="0" presId="urn:microsoft.com/office/officeart/2008/layout/LinedList"/>
    <dgm:cxn modelId="{F0190DA9-2442-F845-AAB6-91E81ABE7C63}" srcId="{8794A477-3197-E441-BBD2-D74F0FCEFF32}" destId="{5C9BDD47-9610-2747-BA46-10F2FFF3C4FA}" srcOrd="1" destOrd="0" parTransId="{AE2A70F4-E7C3-1042-B7CE-1A08075B52F5}" sibTransId="{1BB3D75B-E2CF-BA41-94B2-1D29A62E5A62}"/>
    <dgm:cxn modelId="{4F119CAA-9039-B04E-BD50-40618E837329}" type="presOf" srcId="{452D581B-37FD-1D4A-BDE1-17CF3EA2A63E}" destId="{ADB70C09-70AE-6846-B363-4529FB3B281D}" srcOrd="0" destOrd="0" presId="urn:microsoft.com/office/officeart/2008/layout/LinedList"/>
    <dgm:cxn modelId="{71AC11B7-BD1F-854C-91F5-3921554665B2}" type="presOf" srcId="{33A9387D-985C-6649-8C96-DC8FA3C44299}" destId="{B2E3178C-1F53-154B-BA3A-B84A3B8E6722}" srcOrd="0" destOrd="0" presId="urn:microsoft.com/office/officeart/2008/layout/LinedList"/>
    <dgm:cxn modelId="{F41892BF-F9D8-B54C-838C-2B0544A13F67}" srcId="{8794A477-3197-E441-BBD2-D74F0FCEFF32}" destId="{2C7BBC92-9F12-024F-9E5C-1AF62B8A45DB}" srcOrd="2" destOrd="0" parTransId="{645C0953-30F0-E544-9110-3DF96B1A8A8D}" sibTransId="{D4EEF888-7568-5541-BAD0-A0A1DAC253ED}"/>
    <dgm:cxn modelId="{93A1BCC2-8157-1640-A90C-9D1BBA19B0B5}" srcId="{4736B63C-C1E3-1942-A00B-729809F21DE3}" destId="{AABFC3E8-6794-7048-A24E-95EF951A6914}" srcOrd="2" destOrd="0" parTransId="{DA087ED1-D6A0-4D42-A573-964B8A57061F}" sibTransId="{3A1305BE-F3D0-074D-A8A4-91C599E05A59}"/>
    <dgm:cxn modelId="{1F6E9CC9-2110-B346-8EBA-481CA096CC4A}" srcId="{2C7BBC92-9F12-024F-9E5C-1AF62B8A45DB}" destId="{28B79C78-A35C-F645-B10C-EEB923593683}" srcOrd="1" destOrd="0" parTransId="{D9CCB1E2-EB18-3748-B1F0-4D1AE42DBC7A}" sibTransId="{4B6BDDBD-F55D-BC46-B56D-92DAD256951A}"/>
    <dgm:cxn modelId="{2FEF4DCB-57A8-0043-8F38-75998DB6CF03}" srcId="{4736B63C-C1E3-1942-A00B-729809F21DE3}" destId="{989B3044-F897-EB4A-A833-06ADA86D05AF}" srcOrd="1" destOrd="0" parTransId="{EFED04C9-3961-C843-BA0C-DAF579D9FE15}" sibTransId="{10528B8A-5EA2-0945-84C2-A6E5402E6DB8}"/>
    <dgm:cxn modelId="{68CDB8DA-7EF0-9C48-AA68-147A7886C716}" srcId="{4736B63C-C1E3-1942-A00B-729809F21DE3}" destId="{7FAFEFF7-3077-A441-B28D-F613062E4351}" srcOrd="4" destOrd="0" parTransId="{7D376117-9950-574F-A5EA-1241B11A20B5}" sibTransId="{D13412FB-7D2A-A744-89B8-1C6AC21BAEE3}"/>
    <dgm:cxn modelId="{65B47CE1-678F-FF45-BE05-222887965BE9}" type="presOf" srcId="{5C9BDD47-9610-2747-BA46-10F2FFF3C4FA}" destId="{BCEC96CD-4167-0C4D-86EA-D0586DD5B2C7}" srcOrd="0" destOrd="0" presId="urn:microsoft.com/office/officeart/2008/layout/LinedList"/>
    <dgm:cxn modelId="{DC12B9E1-999A-3A4C-BF83-A6C1394EAF20}" type="presOf" srcId="{4736B63C-C1E3-1942-A00B-729809F21DE3}" destId="{FC4EBAAD-DE31-8049-A136-B99060429BC5}" srcOrd="0" destOrd="0" presId="urn:microsoft.com/office/officeart/2008/layout/LinedList"/>
    <dgm:cxn modelId="{7C96AFEE-8D3B-4B4E-B3E3-EF782499D786}" type="presOf" srcId="{7FAFEFF7-3077-A441-B28D-F613062E4351}" destId="{B2FE2E66-CDEE-6247-8919-CF0E48226A0A}" srcOrd="0" destOrd="0" presId="urn:microsoft.com/office/officeart/2008/layout/LinedList"/>
    <dgm:cxn modelId="{9E0CE5E1-2C25-F649-836B-D0345C1EAE2A}" type="presParOf" srcId="{254D7064-797C-9B43-BA84-45E516971611}" destId="{5A19B753-F6E0-494E-BAD6-C83C07E1FCB2}" srcOrd="0" destOrd="0" presId="urn:microsoft.com/office/officeart/2008/layout/LinedList"/>
    <dgm:cxn modelId="{08BA44A5-5F90-AB4D-829F-94D1D47E934B}" type="presParOf" srcId="{254D7064-797C-9B43-BA84-45E516971611}" destId="{78A7C0B1-3EA2-DC46-A7A2-03BB534184C4}" srcOrd="1" destOrd="0" presId="urn:microsoft.com/office/officeart/2008/layout/LinedList"/>
    <dgm:cxn modelId="{94DD4FE4-1FFB-E84D-BF0A-5FE17011F1A0}" type="presParOf" srcId="{78A7C0B1-3EA2-DC46-A7A2-03BB534184C4}" destId="{FC4EBAAD-DE31-8049-A136-B99060429BC5}" srcOrd="0" destOrd="0" presId="urn:microsoft.com/office/officeart/2008/layout/LinedList"/>
    <dgm:cxn modelId="{6FEA9BB3-EE0D-E14E-82D4-F9DDC73C9A6F}" type="presParOf" srcId="{78A7C0B1-3EA2-DC46-A7A2-03BB534184C4}" destId="{6267CB5B-C469-EB45-8EC4-E20525CAD0A9}" srcOrd="1" destOrd="0" presId="urn:microsoft.com/office/officeart/2008/layout/LinedList"/>
    <dgm:cxn modelId="{0FC7CB36-96B6-384C-8C6B-AF24DD4DBB91}" type="presParOf" srcId="{6267CB5B-C469-EB45-8EC4-E20525CAD0A9}" destId="{FC222B32-3C78-574B-9BE4-0418A9C73F70}" srcOrd="0" destOrd="0" presId="urn:microsoft.com/office/officeart/2008/layout/LinedList"/>
    <dgm:cxn modelId="{0BCA01A9-B266-0C42-897B-912134E024B6}" type="presParOf" srcId="{6267CB5B-C469-EB45-8EC4-E20525CAD0A9}" destId="{FAA904E7-2E22-BA48-99C6-511A2D0BA3E3}" srcOrd="1" destOrd="0" presId="urn:microsoft.com/office/officeart/2008/layout/LinedList"/>
    <dgm:cxn modelId="{332E8005-CF02-704B-840E-7209ECC1C9B4}" type="presParOf" srcId="{FAA904E7-2E22-BA48-99C6-511A2D0BA3E3}" destId="{1D2EB743-6345-E34D-B317-15D37A1BA780}" srcOrd="0" destOrd="0" presId="urn:microsoft.com/office/officeart/2008/layout/LinedList"/>
    <dgm:cxn modelId="{43A18F63-CBD3-E442-A926-FD20B0508F33}" type="presParOf" srcId="{FAA904E7-2E22-BA48-99C6-511A2D0BA3E3}" destId="{8C3173ED-311C-E145-BCF9-C622F4E7ECEA}" srcOrd="1" destOrd="0" presId="urn:microsoft.com/office/officeart/2008/layout/LinedList"/>
    <dgm:cxn modelId="{CE545D87-BFCB-7448-9173-F1534409B9DD}" type="presParOf" srcId="{FAA904E7-2E22-BA48-99C6-511A2D0BA3E3}" destId="{EC46A138-1F89-364F-8967-00C5A88D5B78}" srcOrd="2" destOrd="0" presId="urn:microsoft.com/office/officeart/2008/layout/LinedList"/>
    <dgm:cxn modelId="{450D6BE4-8481-4E44-BDB6-36D835517240}" type="presParOf" srcId="{6267CB5B-C469-EB45-8EC4-E20525CAD0A9}" destId="{9D425CB1-71A5-3E48-BF05-4E867AAF5334}" srcOrd="2" destOrd="0" presId="urn:microsoft.com/office/officeart/2008/layout/LinedList"/>
    <dgm:cxn modelId="{080B7509-9376-A442-A3A2-189C05F04DE3}" type="presParOf" srcId="{6267CB5B-C469-EB45-8EC4-E20525CAD0A9}" destId="{9DAF1AAA-9811-F34D-88B4-05B54327F1CA}" srcOrd="3" destOrd="0" presId="urn:microsoft.com/office/officeart/2008/layout/LinedList"/>
    <dgm:cxn modelId="{DEDEF2B8-5D8A-7B4C-ADB8-327C37F4AE3C}" type="presParOf" srcId="{6267CB5B-C469-EB45-8EC4-E20525CAD0A9}" destId="{837C8E11-08B5-554E-BEDB-2B709CE651F0}" srcOrd="4" destOrd="0" presId="urn:microsoft.com/office/officeart/2008/layout/LinedList"/>
    <dgm:cxn modelId="{57CD16B2-3056-124E-A13D-8241A7D39692}" type="presParOf" srcId="{837C8E11-08B5-554E-BEDB-2B709CE651F0}" destId="{30F8D0D2-21AE-654A-A9B4-CE23BCCBC60D}" srcOrd="0" destOrd="0" presId="urn:microsoft.com/office/officeart/2008/layout/LinedList"/>
    <dgm:cxn modelId="{F26AE224-9572-8D49-9F07-6F88232A60A4}" type="presParOf" srcId="{837C8E11-08B5-554E-BEDB-2B709CE651F0}" destId="{A5A9F8C7-A414-8540-B01C-22B23AFDCC4D}" srcOrd="1" destOrd="0" presId="urn:microsoft.com/office/officeart/2008/layout/LinedList"/>
    <dgm:cxn modelId="{0FFC4BBD-5473-744F-8A30-8CEAF3F4C9A6}" type="presParOf" srcId="{837C8E11-08B5-554E-BEDB-2B709CE651F0}" destId="{A689A196-AD14-E847-BDD2-B32121851402}" srcOrd="2" destOrd="0" presId="urn:microsoft.com/office/officeart/2008/layout/LinedList"/>
    <dgm:cxn modelId="{F88BB1D4-E6FA-C44A-A70C-B7B903B3401C}" type="presParOf" srcId="{6267CB5B-C469-EB45-8EC4-E20525CAD0A9}" destId="{999162E4-42E7-8C4D-B814-E1B3159AFA16}" srcOrd="5" destOrd="0" presId="urn:microsoft.com/office/officeart/2008/layout/LinedList"/>
    <dgm:cxn modelId="{349BD884-8128-E942-A406-6C5F3BD98CB0}" type="presParOf" srcId="{6267CB5B-C469-EB45-8EC4-E20525CAD0A9}" destId="{DA500FC2-C68A-DB49-A57C-0F285FE87BF5}" srcOrd="6" destOrd="0" presId="urn:microsoft.com/office/officeart/2008/layout/LinedList"/>
    <dgm:cxn modelId="{4D26D96F-59D3-C144-8735-94F20DC78FED}" type="presParOf" srcId="{6267CB5B-C469-EB45-8EC4-E20525CAD0A9}" destId="{D159A20D-C61C-EE47-9B5C-A3E880B6CF43}" srcOrd="7" destOrd="0" presId="urn:microsoft.com/office/officeart/2008/layout/LinedList"/>
    <dgm:cxn modelId="{22131098-0BAF-624D-A11B-D8DBEFFDEC18}" type="presParOf" srcId="{D159A20D-C61C-EE47-9B5C-A3E880B6CF43}" destId="{422E528F-272A-EB40-91C5-26D78404657D}" srcOrd="0" destOrd="0" presId="urn:microsoft.com/office/officeart/2008/layout/LinedList"/>
    <dgm:cxn modelId="{A9315C92-8ADD-C94E-ABAD-8DBED53B2F8B}" type="presParOf" srcId="{D159A20D-C61C-EE47-9B5C-A3E880B6CF43}" destId="{5AB9E01C-4E39-A143-A9E1-4E7724993BE3}" srcOrd="1" destOrd="0" presId="urn:microsoft.com/office/officeart/2008/layout/LinedList"/>
    <dgm:cxn modelId="{09EF72BB-0072-394D-881B-66F00796B4F2}" type="presParOf" srcId="{D159A20D-C61C-EE47-9B5C-A3E880B6CF43}" destId="{E106A2A2-330B-D24A-97F9-18C7D2C077CB}" srcOrd="2" destOrd="0" presId="urn:microsoft.com/office/officeart/2008/layout/LinedList"/>
    <dgm:cxn modelId="{7EA8CF77-4893-4042-BA00-343B3DF7E787}" type="presParOf" srcId="{6267CB5B-C469-EB45-8EC4-E20525CAD0A9}" destId="{C31F433C-EE65-5946-BE7B-844803DC96B7}" srcOrd="8" destOrd="0" presId="urn:microsoft.com/office/officeart/2008/layout/LinedList"/>
    <dgm:cxn modelId="{E24738BE-49E5-8240-B738-FE82D19E862F}" type="presParOf" srcId="{6267CB5B-C469-EB45-8EC4-E20525CAD0A9}" destId="{577CF0A8-20F5-9640-9D4C-4B719B830017}" srcOrd="9" destOrd="0" presId="urn:microsoft.com/office/officeart/2008/layout/LinedList"/>
    <dgm:cxn modelId="{C0F8E534-8D83-CD46-B069-CCD69341610A}" type="presParOf" srcId="{6267CB5B-C469-EB45-8EC4-E20525CAD0A9}" destId="{E4AE43B9-E1EC-B44B-B6E1-5037CBF50694}" srcOrd="10" destOrd="0" presId="urn:microsoft.com/office/officeart/2008/layout/LinedList"/>
    <dgm:cxn modelId="{BEC93805-33CA-2E41-AEE8-8C6573A7C3F8}" type="presParOf" srcId="{E4AE43B9-E1EC-B44B-B6E1-5037CBF50694}" destId="{1247BAD8-3E0C-3147-866C-CAD75A530995}" srcOrd="0" destOrd="0" presId="urn:microsoft.com/office/officeart/2008/layout/LinedList"/>
    <dgm:cxn modelId="{9798E3E4-2C82-0543-A5D9-5A7840ABDDD9}" type="presParOf" srcId="{E4AE43B9-E1EC-B44B-B6E1-5037CBF50694}" destId="{ADB70C09-70AE-6846-B363-4529FB3B281D}" srcOrd="1" destOrd="0" presId="urn:microsoft.com/office/officeart/2008/layout/LinedList"/>
    <dgm:cxn modelId="{77DDE517-C70D-1546-9FD6-93A34AE9B49D}" type="presParOf" srcId="{E4AE43B9-E1EC-B44B-B6E1-5037CBF50694}" destId="{91318A26-EB9D-FD4E-985B-ECB7AE62294C}" srcOrd="2" destOrd="0" presId="urn:microsoft.com/office/officeart/2008/layout/LinedList"/>
    <dgm:cxn modelId="{BE2F2904-B18D-474D-988A-06D85E1B0B66}" type="presParOf" srcId="{6267CB5B-C469-EB45-8EC4-E20525CAD0A9}" destId="{61628B97-F417-914E-A735-24755D579BA4}" srcOrd="11" destOrd="0" presId="urn:microsoft.com/office/officeart/2008/layout/LinedList"/>
    <dgm:cxn modelId="{AC0BB2DB-F660-D647-8A99-1C7AA0CEF080}" type="presParOf" srcId="{6267CB5B-C469-EB45-8EC4-E20525CAD0A9}" destId="{2877026A-8CAA-664F-B727-7DBC27525BAF}" srcOrd="12" destOrd="0" presId="urn:microsoft.com/office/officeart/2008/layout/LinedList"/>
    <dgm:cxn modelId="{881DF188-BCCB-EB41-BE60-EEE090F3DC98}" type="presParOf" srcId="{6267CB5B-C469-EB45-8EC4-E20525CAD0A9}" destId="{CD031C4D-4139-A742-922E-028E367AC3A5}" srcOrd="13" destOrd="0" presId="urn:microsoft.com/office/officeart/2008/layout/LinedList"/>
    <dgm:cxn modelId="{704BF7E4-F710-7F49-A41B-552F68C8A4B6}" type="presParOf" srcId="{CD031C4D-4139-A742-922E-028E367AC3A5}" destId="{C48BDABE-B156-A845-8A9F-D4B55A413F04}" srcOrd="0" destOrd="0" presId="urn:microsoft.com/office/officeart/2008/layout/LinedList"/>
    <dgm:cxn modelId="{75A46F00-3658-D04B-8FEA-6D0FE579CA8E}" type="presParOf" srcId="{CD031C4D-4139-A742-922E-028E367AC3A5}" destId="{B2FE2E66-CDEE-6247-8919-CF0E48226A0A}" srcOrd="1" destOrd="0" presId="urn:microsoft.com/office/officeart/2008/layout/LinedList"/>
    <dgm:cxn modelId="{4015AA67-FBF7-E34C-AE84-C1917F6E8411}" type="presParOf" srcId="{CD031C4D-4139-A742-922E-028E367AC3A5}" destId="{4CF083C8-0723-8A4C-B187-6EEE3AE52567}" srcOrd="2" destOrd="0" presId="urn:microsoft.com/office/officeart/2008/layout/LinedList"/>
    <dgm:cxn modelId="{55D318DC-454F-9B49-A3EA-321841F88612}" type="presParOf" srcId="{6267CB5B-C469-EB45-8EC4-E20525CAD0A9}" destId="{DCA20C24-8F1B-BE4C-8B86-BFCD7ED3353A}" srcOrd="14" destOrd="0" presId="urn:microsoft.com/office/officeart/2008/layout/LinedList"/>
    <dgm:cxn modelId="{32472C25-9925-0E47-B63B-D7D0A5A1293B}" type="presParOf" srcId="{6267CB5B-C469-EB45-8EC4-E20525CAD0A9}" destId="{81CF06D2-64B7-434D-A8F0-D6DACF785416}" srcOrd="15" destOrd="0" presId="urn:microsoft.com/office/officeart/2008/layout/LinedList"/>
    <dgm:cxn modelId="{AF6156A4-7811-EC41-BA1C-845608EDA4C7}" type="presParOf" srcId="{254D7064-797C-9B43-BA84-45E516971611}" destId="{3061C708-74AE-4048-BECC-C76F1415F8A0}" srcOrd="2" destOrd="0" presId="urn:microsoft.com/office/officeart/2008/layout/LinedList"/>
    <dgm:cxn modelId="{87104909-A5B1-B945-B89D-3E363DC7C28A}" type="presParOf" srcId="{254D7064-797C-9B43-BA84-45E516971611}" destId="{C954D95F-BC31-E24B-BDC7-8F22FE423E60}" srcOrd="3" destOrd="0" presId="urn:microsoft.com/office/officeart/2008/layout/LinedList"/>
    <dgm:cxn modelId="{2B2F10AE-A8D8-4840-973D-7B097A1B9816}" type="presParOf" srcId="{C954D95F-BC31-E24B-BDC7-8F22FE423E60}" destId="{BCEC96CD-4167-0C4D-86EA-D0586DD5B2C7}" srcOrd="0" destOrd="0" presId="urn:microsoft.com/office/officeart/2008/layout/LinedList"/>
    <dgm:cxn modelId="{B8D59AAB-BB4C-9541-BC32-950C213EBAF0}" type="presParOf" srcId="{C954D95F-BC31-E24B-BDC7-8F22FE423E60}" destId="{FA285B63-E119-0A46-AA6F-A3DBC8D85723}" srcOrd="1" destOrd="0" presId="urn:microsoft.com/office/officeart/2008/layout/LinedList"/>
    <dgm:cxn modelId="{A2251351-FF7E-064D-80E7-96E7D54D9240}" type="presParOf" srcId="{FA285B63-E119-0A46-AA6F-A3DBC8D85723}" destId="{3B87272A-445A-7643-AFC7-FE7AD359ED28}" srcOrd="0" destOrd="0" presId="urn:microsoft.com/office/officeart/2008/layout/LinedList"/>
    <dgm:cxn modelId="{05D0A55E-C9B6-7344-915A-E0880BB2F9CB}" type="presParOf" srcId="{FA285B63-E119-0A46-AA6F-A3DBC8D85723}" destId="{AACB4EAE-C4DF-E94C-A8C1-37AE1358240A}" srcOrd="1" destOrd="0" presId="urn:microsoft.com/office/officeart/2008/layout/LinedList"/>
    <dgm:cxn modelId="{467E64B2-CA18-3841-944D-966098DDF0B5}" type="presParOf" srcId="{AACB4EAE-C4DF-E94C-A8C1-37AE1358240A}" destId="{987A2FD0-9B79-C146-87DF-5E709285FBAD}" srcOrd="0" destOrd="0" presId="urn:microsoft.com/office/officeart/2008/layout/LinedList"/>
    <dgm:cxn modelId="{4BB21DB4-028D-614D-9833-C21ADD57B51F}" type="presParOf" srcId="{AACB4EAE-C4DF-E94C-A8C1-37AE1358240A}" destId="{B2E3178C-1F53-154B-BA3A-B84A3B8E6722}" srcOrd="1" destOrd="0" presId="urn:microsoft.com/office/officeart/2008/layout/LinedList"/>
    <dgm:cxn modelId="{D1F3112B-2099-F445-91E3-450B271FEFCF}" type="presParOf" srcId="{AACB4EAE-C4DF-E94C-A8C1-37AE1358240A}" destId="{AC503992-CB4A-D74D-BF77-D8994244C7C8}" srcOrd="2" destOrd="0" presId="urn:microsoft.com/office/officeart/2008/layout/LinedList"/>
    <dgm:cxn modelId="{B4E72D2C-47F6-CF4C-9EAD-2802A786F2FD}" type="presParOf" srcId="{FA285B63-E119-0A46-AA6F-A3DBC8D85723}" destId="{ACB88B4F-0941-6944-833A-3D527A1BBCE8}" srcOrd="2" destOrd="0" presId="urn:microsoft.com/office/officeart/2008/layout/LinedList"/>
    <dgm:cxn modelId="{50AE6462-E089-F847-9541-E2497421031C}" type="presParOf" srcId="{FA285B63-E119-0A46-AA6F-A3DBC8D85723}" destId="{1A77695B-0C84-C045-B04B-48BB988EBF42}" srcOrd="3" destOrd="0" presId="urn:microsoft.com/office/officeart/2008/layout/LinedList"/>
    <dgm:cxn modelId="{6F1AD386-9BEE-9D42-BC18-27AE2F8F2B1E}" type="presParOf" srcId="{254D7064-797C-9B43-BA84-45E516971611}" destId="{A498A043-8ADA-6C43-8236-5D6D89D93B3C}" srcOrd="4" destOrd="0" presId="urn:microsoft.com/office/officeart/2008/layout/LinedList"/>
    <dgm:cxn modelId="{63FC923C-009F-A249-9F3E-7331B3B18808}" type="presParOf" srcId="{254D7064-797C-9B43-BA84-45E516971611}" destId="{E39BD683-8F7D-F948-8CC5-17C15BB7F81C}" srcOrd="5" destOrd="0" presId="urn:microsoft.com/office/officeart/2008/layout/LinedList"/>
    <dgm:cxn modelId="{AEB76F59-5347-A14B-9A81-CBBE6D1F2F48}" type="presParOf" srcId="{E39BD683-8F7D-F948-8CC5-17C15BB7F81C}" destId="{F7EA059E-91AC-6B4C-8686-FF015BEDA72F}" srcOrd="0" destOrd="0" presId="urn:microsoft.com/office/officeart/2008/layout/LinedList"/>
    <dgm:cxn modelId="{3731561B-0DB1-C54A-8EFA-6CA2BEE89994}" type="presParOf" srcId="{E39BD683-8F7D-F948-8CC5-17C15BB7F81C}" destId="{AD17835B-ACC4-144E-AB76-B9A2A5EEA007}" srcOrd="1" destOrd="0" presId="urn:microsoft.com/office/officeart/2008/layout/LinedList"/>
    <dgm:cxn modelId="{CEBE50C3-2DD2-BC45-8F4E-2E03EBC26BD5}" type="presParOf" srcId="{AD17835B-ACC4-144E-AB76-B9A2A5EEA007}" destId="{755A91E4-A406-2C40-AD67-D1EB5DBD351E}" srcOrd="0" destOrd="0" presId="urn:microsoft.com/office/officeart/2008/layout/LinedList"/>
    <dgm:cxn modelId="{144B22FC-0B3F-1D4F-96DE-A6C6EF41DE65}" type="presParOf" srcId="{AD17835B-ACC4-144E-AB76-B9A2A5EEA007}" destId="{2B7417F3-CA12-554F-A9A6-0DE54A73966B}" srcOrd="1" destOrd="0" presId="urn:microsoft.com/office/officeart/2008/layout/LinedList"/>
    <dgm:cxn modelId="{28F36964-3D37-484F-82B5-E09F12B089F5}" type="presParOf" srcId="{2B7417F3-CA12-554F-A9A6-0DE54A73966B}" destId="{6755E752-3250-1148-88A7-7644C8338CC2}" srcOrd="0" destOrd="0" presId="urn:microsoft.com/office/officeart/2008/layout/LinedList"/>
    <dgm:cxn modelId="{FE1EBF28-BCC0-8044-BB44-07877380E287}" type="presParOf" srcId="{2B7417F3-CA12-554F-A9A6-0DE54A73966B}" destId="{99BEF9F6-6E46-3F4C-B593-FFEE3A9E8E47}" srcOrd="1" destOrd="0" presId="urn:microsoft.com/office/officeart/2008/layout/LinedList"/>
    <dgm:cxn modelId="{C78A0C08-C195-7E44-96FB-5830A71EE809}" type="presParOf" srcId="{2B7417F3-CA12-554F-A9A6-0DE54A73966B}" destId="{361E6FF6-3E46-7B4D-9460-04D459AE2DA5}" srcOrd="2" destOrd="0" presId="urn:microsoft.com/office/officeart/2008/layout/LinedList"/>
    <dgm:cxn modelId="{21D3A579-9C8B-0B49-8428-DA79084CC13A}" type="presParOf" srcId="{AD17835B-ACC4-144E-AB76-B9A2A5EEA007}" destId="{16956F29-6AA6-CC4B-984F-1840035FB9F8}" srcOrd="2" destOrd="0" presId="urn:microsoft.com/office/officeart/2008/layout/LinedList"/>
    <dgm:cxn modelId="{E06C1A81-E3D4-0546-9115-A45FECBDA0E9}" type="presParOf" srcId="{AD17835B-ACC4-144E-AB76-B9A2A5EEA007}" destId="{B87C5B00-A79F-DC4F-B420-064C8FA016C9}" srcOrd="3" destOrd="0" presId="urn:microsoft.com/office/officeart/2008/layout/LinedList"/>
    <dgm:cxn modelId="{48E234F2-B380-FA46-A5FD-8353D09B650D}" type="presParOf" srcId="{AD17835B-ACC4-144E-AB76-B9A2A5EEA007}" destId="{958411E4-3561-0545-A6D7-5130B6ECF169}" srcOrd="4" destOrd="0" presId="urn:microsoft.com/office/officeart/2008/layout/LinedList"/>
    <dgm:cxn modelId="{0513B27B-E696-0840-9482-2E0C980C2C87}" type="presParOf" srcId="{958411E4-3561-0545-A6D7-5130B6ECF169}" destId="{C09702A2-6A2F-9145-A2B7-2C5893911B6F}" srcOrd="0" destOrd="0" presId="urn:microsoft.com/office/officeart/2008/layout/LinedList"/>
    <dgm:cxn modelId="{A5EF2B8A-A850-A742-9108-39C059174A4C}" type="presParOf" srcId="{958411E4-3561-0545-A6D7-5130B6ECF169}" destId="{20DD09FA-6CB9-4146-8F49-C0B1D78EE736}" srcOrd="1" destOrd="0" presId="urn:microsoft.com/office/officeart/2008/layout/LinedList"/>
    <dgm:cxn modelId="{84E2787E-BF2B-9548-B689-C0073D2606BE}" type="presParOf" srcId="{958411E4-3561-0545-A6D7-5130B6ECF169}" destId="{0FB368FA-0D0B-E54A-B7EC-E62CDADEC664}" srcOrd="2" destOrd="0" presId="urn:microsoft.com/office/officeart/2008/layout/LinedList"/>
    <dgm:cxn modelId="{FD46DCBD-5894-AD4E-9C4A-E57691A54E38}" type="presParOf" srcId="{AD17835B-ACC4-144E-AB76-B9A2A5EEA007}" destId="{E6D574F2-58BB-8941-9D85-29CEF2F39F7D}" srcOrd="5" destOrd="0" presId="urn:microsoft.com/office/officeart/2008/layout/LinedList"/>
    <dgm:cxn modelId="{195E9DA2-BDD0-CB45-8F43-39E937B7594C}" type="presParOf" srcId="{AD17835B-ACC4-144E-AB76-B9A2A5EEA007}" destId="{35C7E77A-9201-7243-9E62-E56D9A0A188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EB3C95-D5B1-8640-A2B2-E1D3525DB0AA}" type="doc">
      <dgm:prSet loTypeId="urn:microsoft.com/office/officeart/2008/layout/LinedList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1445BE61-1A71-D441-BB08-36869D9DA74B}">
      <dgm:prSet custT="1"/>
      <dgm:spPr/>
      <dgm:t>
        <a:bodyPr anchor="ctr"/>
        <a:lstStyle/>
        <a:p>
          <a:r>
            <a:rPr lang="en-GB" sz="1800" b="1" dirty="0">
              <a:latin typeface="Arial" panose="020B0604020202020204" pitchFamily="34" charset="0"/>
              <a:cs typeface="Arial" panose="020B0604020202020204" pitchFamily="34" charset="0"/>
            </a:rPr>
            <a:t>Corporate Knowledge </a:t>
          </a:r>
          <a:r>
            <a:rPr lang="en-GB" sz="1800" dirty="0">
              <a:latin typeface="Arial" panose="020B0604020202020204" pitchFamily="34" charset="0"/>
              <a:cs typeface="Arial" panose="020B0604020202020204" pitchFamily="34" charset="0"/>
            </a:rPr>
            <a:t>(Confluence, Drive)</a:t>
          </a:r>
          <a:endParaRPr lang="en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EF2FA9-5AB3-2B4B-9E53-AB951A7066DB}" type="parTrans" cxnId="{0106B53E-CAA3-E949-AEDC-938693F40924}">
      <dgm:prSet/>
      <dgm:spPr/>
      <dgm:t>
        <a:bodyPr/>
        <a:lstStyle/>
        <a:p>
          <a:endParaRPr lang="en-GB"/>
        </a:p>
      </dgm:t>
    </dgm:pt>
    <dgm:pt modelId="{0F23C49B-0BA3-504C-8AB8-E51221722A5E}" type="sibTrans" cxnId="{0106B53E-CAA3-E949-AEDC-938693F40924}">
      <dgm:prSet/>
      <dgm:spPr/>
      <dgm:t>
        <a:bodyPr/>
        <a:lstStyle/>
        <a:p>
          <a:endParaRPr lang="en-GB"/>
        </a:p>
      </dgm:t>
    </dgm:pt>
    <dgm:pt modelId="{2B17F85B-9DCE-F442-811B-49C5C1C03142}">
      <dgm:prSet custT="1"/>
      <dgm:spPr/>
      <dgm:t>
        <a:bodyPr anchor="ctr"/>
        <a:lstStyle/>
        <a:p>
          <a:r>
            <a:rPr lang="en-GB" sz="1400" b="1" dirty="0">
              <a:latin typeface="Arial" panose="020B0604020202020204" pitchFamily="34" charset="0"/>
              <a:cs typeface="Arial" panose="020B0604020202020204" pitchFamily="34" charset="0"/>
            </a:rPr>
            <a:t>Vertex AI Agent Builder</a:t>
          </a:r>
          <a:endParaRPr lang="en-FR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9A775D-FFF6-6E42-8349-39DED8B8AF70}" type="parTrans" cxnId="{DE788870-B7FC-5144-927E-D1EBE9319799}">
      <dgm:prSet/>
      <dgm:spPr/>
      <dgm:t>
        <a:bodyPr/>
        <a:lstStyle/>
        <a:p>
          <a:endParaRPr lang="en-GB"/>
        </a:p>
      </dgm:t>
    </dgm:pt>
    <dgm:pt modelId="{98261EFA-79EB-7E48-928C-3B5A164D4BBF}" type="sibTrans" cxnId="{DE788870-B7FC-5144-927E-D1EBE9319799}">
      <dgm:prSet/>
      <dgm:spPr/>
      <dgm:t>
        <a:bodyPr/>
        <a:lstStyle/>
        <a:p>
          <a:endParaRPr lang="en-GB"/>
        </a:p>
      </dgm:t>
    </dgm:pt>
    <dgm:pt modelId="{A9FA1E2B-86A8-A945-99C9-3786207CD0AD}">
      <dgm:prSet custT="1"/>
      <dgm:spPr/>
      <dgm:t>
        <a:bodyPr anchor="ctr"/>
        <a:lstStyle/>
        <a:p>
          <a:r>
            <a:rPr lang="en-GB" sz="1400" dirty="0">
              <a:latin typeface="Arial" panose="020B0604020202020204" pitchFamily="34" charset="0"/>
              <a:cs typeface="Arial" panose="020B0604020202020204" pitchFamily="34" charset="0"/>
            </a:rPr>
            <a:t>Secure with Private Service Connect</a:t>
          </a:r>
          <a:endParaRPr lang="en-FR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D2FC7C-6BD4-8142-8F79-05CF53E6AE74}" type="parTrans" cxnId="{CEF402FC-C58D-154C-A4A9-5FC6A113BF53}">
      <dgm:prSet/>
      <dgm:spPr/>
      <dgm:t>
        <a:bodyPr/>
        <a:lstStyle/>
        <a:p>
          <a:endParaRPr lang="en-GB"/>
        </a:p>
      </dgm:t>
    </dgm:pt>
    <dgm:pt modelId="{116E6322-C43F-6947-9830-29EFFDF1C656}" type="sibTrans" cxnId="{CEF402FC-C58D-154C-A4A9-5FC6A113BF53}">
      <dgm:prSet/>
      <dgm:spPr/>
      <dgm:t>
        <a:bodyPr/>
        <a:lstStyle/>
        <a:p>
          <a:endParaRPr lang="en-GB"/>
        </a:p>
      </dgm:t>
    </dgm:pt>
    <dgm:pt modelId="{6C9AAA89-A711-294C-81FC-D7A428CDCD4D}">
      <dgm:prSet custT="1"/>
      <dgm:spPr/>
      <dgm:t>
        <a:bodyPr anchor="ctr"/>
        <a:lstStyle/>
        <a:p>
          <a:r>
            <a:rPr lang="en-FR" sz="1800" b="1" dirty="0">
              <a:latin typeface="Arial" panose="020B0604020202020204" pitchFamily="34" charset="0"/>
              <a:cs typeface="Arial" panose="020B0604020202020204" pitchFamily="34" charset="0"/>
            </a:rPr>
            <a:t>Structured Business Data </a:t>
          </a:r>
          <a:r>
            <a:rPr lang="en-FR" sz="1800" dirty="0">
              <a:latin typeface="Arial" panose="020B0604020202020204" pitchFamily="34" charset="0"/>
              <a:cs typeface="Arial" panose="020B0604020202020204" pitchFamily="34" charset="0"/>
            </a:rPr>
            <a:t>(BigQuery)</a:t>
          </a:r>
        </a:p>
      </dgm:t>
    </dgm:pt>
    <dgm:pt modelId="{B34DBC6F-C5FC-A74A-9D78-049AA2BFD777}" type="parTrans" cxnId="{51370D68-8DF4-0A4F-AE30-6FDD6BEE029D}">
      <dgm:prSet/>
      <dgm:spPr/>
      <dgm:t>
        <a:bodyPr/>
        <a:lstStyle/>
        <a:p>
          <a:endParaRPr lang="en-GB"/>
        </a:p>
      </dgm:t>
    </dgm:pt>
    <dgm:pt modelId="{A72C7C9A-2DA3-3648-9877-412CEE624239}" type="sibTrans" cxnId="{51370D68-8DF4-0A4F-AE30-6FDD6BEE029D}">
      <dgm:prSet/>
      <dgm:spPr/>
      <dgm:t>
        <a:bodyPr/>
        <a:lstStyle/>
        <a:p>
          <a:endParaRPr lang="en-GB"/>
        </a:p>
      </dgm:t>
    </dgm:pt>
    <dgm:pt modelId="{EBAB6EB4-0B21-7B42-9150-8DDF59AE940C}">
      <dgm:prSet custT="1"/>
      <dgm:spPr/>
      <dgm:t>
        <a:bodyPr anchor="ctr"/>
        <a:lstStyle/>
        <a:p>
          <a:r>
            <a:rPr lang="en-FR" sz="1400" b="1" dirty="0">
              <a:latin typeface="Arial" panose="020B0604020202020204" pitchFamily="34" charset="0"/>
              <a:cs typeface="Arial" panose="020B0604020202020204" pitchFamily="34" charset="0"/>
            </a:rPr>
            <a:t>Semantic Text-to-SQL (Langchain Tool) exposed to agent</a:t>
          </a:r>
        </a:p>
        <a:p>
          <a:r>
            <a:rPr lang="en-GB" sz="1400" b="0" i="0" u="none" dirty="0">
              <a:latin typeface="Arial" panose="020B0604020202020204" pitchFamily="34" charset="0"/>
              <a:cs typeface="Arial" panose="020B0604020202020204" pitchFamily="34" charset="0"/>
            </a:rPr>
            <a:t>text-embedding-004</a:t>
          </a:r>
          <a:endParaRPr lang="en-FR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C01849-7935-D449-8278-EB87AC12C286}" type="parTrans" cxnId="{608EECA1-2190-7D44-AC1F-C24FCA9FF479}">
      <dgm:prSet/>
      <dgm:spPr/>
      <dgm:t>
        <a:bodyPr/>
        <a:lstStyle/>
        <a:p>
          <a:endParaRPr lang="en-GB"/>
        </a:p>
      </dgm:t>
    </dgm:pt>
    <dgm:pt modelId="{2F4F1EEF-A569-514C-8827-5896CD708B7C}" type="sibTrans" cxnId="{608EECA1-2190-7D44-AC1F-C24FCA9FF479}">
      <dgm:prSet/>
      <dgm:spPr/>
      <dgm:t>
        <a:bodyPr/>
        <a:lstStyle/>
        <a:p>
          <a:endParaRPr lang="en-GB"/>
        </a:p>
      </dgm:t>
    </dgm:pt>
    <dgm:pt modelId="{C5A5EC17-22C8-914B-9A06-3740525DCBCC}">
      <dgm:prSet custT="1"/>
      <dgm:spPr/>
      <dgm:t>
        <a:bodyPr anchor="ctr"/>
        <a:lstStyle/>
        <a:p>
          <a:pPr algn="l"/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Vector Search on preingested(worker based) structured schema embeddings</a:t>
          </a:r>
        </a:p>
      </dgm:t>
    </dgm:pt>
    <dgm:pt modelId="{226B06E2-211E-E54C-B911-FFD7D689C436}" type="parTrans" cxnId="{44AE1331-9F84-FE48-8239-8A14956B95EE}">
      <dgm:prSet/>
      <dgm:spPr/>
      <dgm:t>
        <a:bodyPr/>
        <a:lstStyle/>
        <a:p>
          <a:endParaRPr lang="en-GB"/>
        </a:p>
      </dgm:t>
    </dgm:pt>
    <dgm:pt modelId="{90CDF113-21AF-414B-B00E-1633F2635C3E}" type="sibTrans" cxnId="{44AE1331-9F84-FE48-8239-8A14956B95EE}">
      <dgm:prSet/>
      <dgm:spPr/>
      <dgm:t>
        <a:bodyPr/>
        <a:lstStyle/>
        <a:p>
          <a:endParaRPr lang="en-GB"/>
        </a:p>
      </dgm:t>
    </dgm:pt>
    <dgm:pt modelId="{EB1D9961-5E68-6D44-AEF2-AE128A3AA23E}">
      <dgm:prSet custT="1"/>
      <dgm:spPr/>
      <dgm:t>
        <a:bodyPr anchor="ctr"/>
        <a:lstStyle/>
        <a:p>
          <a:pPr rtl="0"/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DRY RUN with authorized functions with Read Only via Service Account</a:t>
          </a:r>
        </a:p>
      </dgm:t>
    </dgm:pt>
    <dgm:pt modelId="{DCA6BAC5-CB45-254A-B8A5-B1E63620CE33}" type="parTrans" cxnId="{502B721F-CF26-1449-8335-CE8588147CB2}">
      <dgm:prSet/>
      <dgm:spPr/>
      <dgm:t>
        <a:bodyPr/>
        <a:lstStyle/>
        <a:p>
          <a:endParaRPr lang="en-GB"/>
        </a:p>
      </dgm:t>
    </dgm:pt>
    <dgm:pt modelId="{142500AB-136E-0347-9996-38FFCD382E8D}" type="sibTrans" cxnId="{502B721F-CF26-1449-8335-CE8588147CB2}">
      <dgm:prSet/>
      <dgm:spPr/>
      <dgm:t>
        <a:bodyPr/>
        <a:lstStyle/>
        <a:p>
          <a:endParaRPr lang="en-GB"/>
        </a:p>
      </dgm:t>
    </dgm:pt>
    <dgm:pt modelId="{F40646E5-C211-AD4D-AED7-8E1EB3C01F76}">
      <dgm:prSet custT="1"/>
      <dgm:spPr/>
      <dgm:t>
        <a:bodyPr anchor="ctr"/>
        <a:lstStyle/>
        <a:p>
          <a:r>
            <a:rPr lang="en-FR" sz="1800" b="1" dirty="0">
              <a:latin typeface="Arial" panose="020B0604020202020204" pitchFamily="34" charset="0"/>
              <a:cs typeface="Arial" panose="020B0604020202020204" pitchFamily="34" charset="0"/>
            </a:rPr>
            <a:t>Transient Uploads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91D813-8E05-1945-9FEF-49990B0DB200}" type="parTrans" cxnId="{79D1DF55-41AF-3F41-A4A4-D89BEA6C342C}">
      <dgm:prSet/>
      <dgm:spPr/>
      <dgm:t>
        <a:bodyPr/>
        <a:lstStyle/>
        <a:p>
          <a:endParaRPr lang="en-GB"/>
        </a:p>
      </dgm:t>
    </dgm:pt>
    <dgm:pt modelId="{8DAEBF5C-1B33-A047-BB16-FE83B20D9EEF}" type="sibTrans" cxnId="{79D1DF55-41AF-3F41-A4A4-D89BEA6C342C}">
      <dgm:prSet/>
      <dgm:spPr/>
      <dgm:t>
        <a:bodyPr/>
        <a:lstStyle/>
        <a:p>
          <a:endParaRPr lang="en-GB"/>
        </a:p>
      </dgm:t>
    </dgm:pt>
    <dgm:pt modelId="{0C8070B0-76D2-494C-8C76-50673931D4F3}">
      <dgm:prSet custT="1"/>
      <dgm:spPr/>
      <dgm:t>
        <a:bodyPr anchor="ctr"/>
        <a:lstStyle/>
        <a:p>
          <a:r>
            <a:rPr lang="en-FR" sz="1400" b="1" dirty="0">
              <a:latin typeface="Arial" panose="020B0604020202020204" pitchFamily="34" charset="0"/>
              <a:cs typeface="Arial" panose="020B0604020202020204" pitchFamily="34" charset="0"/>
            </a:rPr>
            <a:t>Presigned URL Upload</a:t>
          </a:r>
        </a:p>
        <a:p>
          <a:r>
            <a:rPr lang="en-GB" sz="1400" b="0" i="0" u="none" dirty="0">
              <a:latin typeface="Arial" panose="020B0604020202020204" pitchFamily="34" charset="0"/>
              <a:cs typeface="Arial" panose="020B0604020202020204" pitchFamily="34" charset="0"/>
            </a:rPr>
            <a:t>Vertex AI Layout-Aware Chunking</a:t>
          </a:r>
          <a:endParaRPr lang="en-FR" sz="1400" b="1" dirty="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GB" sz="1400" b="0" i="0" u="none" dirty="0">
              <a:latin typeface="Arial" panose="020B0604020202020204" pitchFamily="34" charset="0"/>
              <a:cs typeface="Arial" panose="020B0604020202020204" pitchFamily="34" charset="0"/>
            </a:rPr>
            <a:t>text-embedding-004</a:t>
          </a:r>
          <a:endParaRPr lang="en-FR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A4D1A7-5936-CB45-81A7-66657371AB9C}" type="parTrans" cxnId="{87526634-66A5-AA42-855D-B2CF736E0561}">
      <dgm:prSet/>
      <dgm:spPr/>
      <dgm:t>
        <a:bodyPr/>
        <a:lstStyle/>
        <a:p>
          <a:endParaRPr lang="en-GB"/>
        </a:p>
      </dgm:t>
    </dgm:pt>
    <dgm:pt modelId="{C18031C1-0C30-7944-BBB2-131F540B76D0}" type="sibTrans" cxnId="{87526634-66A5-AA42-855D-B2CF736E0561}">
      <dgm:prSet/>
      <dgm:spPr/>
      <dgm:t>
        <a:bodyPr/>
        <a:lstStyle/>
        <a:p>
          <a:endParaRPr lang="en-GB"/>
        </a:p>
      </dgm:t>
    </dgm:pt>
    <dgm:pt modelId="{C791A2BF-5116-7943-9669-A9D5FD1B15B2}">
      <dgm:prSet custT="1"/>
      <dgm:spPr/>
      <dgm:t>
        <a:bodyPr anchor="ctr"/>
        <a:lstStyle/>
        <a:p>
          <a:r>
            <a:rPr lang="en-GB" sz="1400" b="0" i="0" u="none" dirty="0">
              <a:latin typeface="Arial" panose="020B0604020202020204" pitchFamily="34" charset="0"/>
              <a:cs typeface="Arial" panose="020B0604020202020204" pitchFamily="34" charset="0"/>
            </a:rPr>
            <a:t>Vertex AI RAG Engine configured for Semantic Chunking</a:t>
          </a:r>
          <a:endParaRPr lang="en-FR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A0C1B9-5041-8C4E-9474-647C323F24E1}" type="parTrans" cxnId="{8CDC34EA-4AFE-4246-9E4E-FF2780D45A81}">
      <dgm:prSet/>
      <dgm:spPr/>
      <dgm:t>
        <a:bodyPr/>
        <a:lstStyle/>
        <a:p>
          <a:endParaRPr lang="en-GB"/>
        </a:p>
      </dgm:t>
    </dgm:pt>
    <dgm:pt modelId="{2460C78B-1CCE-9D45-A42F-053F43E0C23A}" type="sibTrans" cxnId="{8CDC34EA-4AFE-4246-9E4E-FF2780D45A81}">
      <dgm:prSet/>
      <dgm:spPr/>
      <dgm:t>
        <a:bodyPr/>
        <a:lstStyle/>
        <a:p>
          <a:endParaRPr lang="en-GB"/>
        </a:p>
      </dgm:t>
    </dgm:pt>
    <dgm:pt modelId="{B774C3E5-5229-844F-B701-28A551A19A1C}" type="pres">
      <dgm:prSet presAssocID="{0CEB3C95-D5B1-8640-A2B2-E1D3525DB0AA}" presName="vert0" presStyleCnt="0">
        <dgm:presLayoutVars>
          <dgm:dir/>
          <dgm:animOne val="branch"/>
          <dgm:animLvl val="lvl"/>
        </dgm:presLayoutVars>
      </dgm:prSet>
      <dgm:spPr/>
    </dgm:pt>
    <dgm:pt modelId="{C189736F-8C90-8443-854E-79B8B4E56770}" type="pres">
      <dgm:prSet presAssocID="{1445BE61-1A71-D441-BB08-36869D9DA74B}" presName="thickLine" presStyleLbl="alignNode1" presStyleIdx="0" presStyleCnt="3"/>
      <dgm:spPr/>
    </dgm:pt>
    <dgm:pt modelId="{6FFCDC98-A9C4-E741-B3F1-50CD6F2A99B2}" type="pres">
      <dgm:prSet presAssocID="{1445BE61-1A71-D441-BB08-36869D9DA74B}" presName="horz1" presStyleCnt="0"/>
      <dgm:spPr/>
    </dgm:pt>
    <dgm:pt modelId="{10F691AE-9FE1-F241-8D52-76FE975FFE21}" type="pres">
      <dgm:prSet presAssocID="{1445BE61-1A71-D441-BB08-36869D9DA74B}" presName="tx1" presStyleLbl="revTx" presStyleIdx="0" presStyleCnt="10"/>
      <dgm:spPr/>
    </dgm:pt>
    <dgm:pt modelId="{0B52FCF2-3CB2-AC40-A936-2988CFE5DE49}" type="pres">
      <dgm:prSet presAssocID="{1445BE61-1A71-D441-BB08-36869D9DA74B}" presName="vert1" presStyleCnt="0"/>
      <dgm:spPr/>
    </dgm:pt>
    <dgm:pt modelId="{103B8ADD-82A3-554A-80AA-C23E6557E5E3}" type="pres">
      <dgm:prSet presAssocID="{2B17F85B-9DCE-F442-811B-49C5C1C03142}" presName="vertSpace2a" presStyleCnt="0"/>
      <dgm:spPr/>
    </dgm:pt>
    <dgm:pt modelId="{68AACB8E-22E1-BE45-A286-0CB0A33146F2}" type="pres">
      <dgm:prSet presAssocID="{2B17F85B-9DCE-F442-811B-49C5C1C03142}" presName="horz2" presStyleCnt="0"/>
      <dgm:spPr/>
    </dgm:pt>
    <dgm:pt modelId="{9CA1891C-4540-384D-9656-31471B29156D}" type="pres">
      <dgm:prSet presAssocID="{2B17F85B-9DCE-F442-811B-49C5C1C03142}" presName="horzSpace2" presStyleCnt="0"/>
      <dgm:spPr/>
    </dgm:pt>
    <dgm:pt modelId="{4FE005C8-62EE-1942-86B1-1D71E258808C}" type="pres">
      <dgm:prSet presAssocID="{2B17F85B-9DCE-F442-811B-49C5C1C03142}" presName="tx2" presStyleLbl="revTx" presStyleIdx="1" presStyleCnt="10"/>
      <dgm:spPr/>
    </dgm:pt>
    <dgm:pt modelId="{137A1831-6B7F-7149-B3A8-79306C9E76DD}" type="pres">
      <dgm:prSet presAssocID="{2B17F85B-9DCE-F442-811B-49C5C1C03142}" presName="vert2" presStyleCnt="0"/>
      <dgm:spPr/>
    </dgm:pt>
    <dgm:pt modelId="{FA2D4A3C-D554-C144-8E5E-0D51FEB2D60C}" type="pres">
      <dgm:prSet presAssocID="{A9FA1E2B-86A8-A945-99C9-3786207CD0AD}" presName="horz3" presStyleCnt="0"/>
      <dgm:spPr/>
    </dgm:pt>
    <dgm:pt modelId="{C36271C3-7CBE-D54A-AC08-A8F1E2DDA186}" type="pres">
      <dgm:prSet presAssocID="{A9FA1E2B-86A8-A945-99C9-3786207CD0AD}" presName="horzSpace3" presStyleCnt="0"/>
      <dgm:spPr/>
    </dgm:pt>
    <dgm:pt modelId="{510377C0-0A33-FC48-A73F-4BF7DAD4B721}" type="pres">
      <dgm:prSet presAssocID="{A9FA1E2B-86A8-A945-99C9-3786207CD0AD}" presName="tx3" presStyleLbl="revTx" presStyleIdx="2" presStyleCnt="10"/>
      <dgm:spPr/>
    </dgm:pt>
    <dgm:pt modelId="{C0D5164F-8AEB-3E44-8266-F312AABB366E}" type="pres">
      <dgm:prSet presAssocID="{A9FA1E2B-86A8-A945-99C9-3786207CD0AD}" presName="vert3" presStyleCnt="0"/>
      <dgm:spPr/>
    </dgm:pt>
    <dgm:pt modelId="{9287A90A-12FF-EC4B-9E93-6EAB40EC5A30}" type="pres">
      <dgm:prSet presAssocID="{2B17F85B-9DCE-F442-811B-49C5C1C03142}" presName="thinLine2b" presStyleLbl="callout" presStyleIdx="0" presStyleCnt="4"/>
      <dgm:spPr/>
    </dgm:pt>
    <dgm:pt modelId="{8F49FE0D-36DD-F54A-84F3-6CAF1FB90D56}" type="pres">
      <dgm:prSet presAssocID="{2B17F85B-9DCE-F442-811B-49C5C1C03142}" presName="vertSpace2b" presStyleCnt="0"/>
      <dgm:spPr/>
    </dgm:pt>
    <dgm:pt modelId="{454953A8-2551-4C49-8C97-5DDE029DD9D8}" type="pres">
      <dgm:prSet presAssocID="{6C9AAA89-A711-294C-81FC-D7A428CDCD4D}" presName="thickLine" presStyleLbl="alignNode1" presStyleIdx="1" presStyleCnt="3"/>
      <dgm:spPr/>
    </dgm:pt>
    <dgm:pt modelId="{7ACF3CB4-21BF-6948-A54D-2470EB991354}" type="pres">
      <dgm:prSet presAssocID="{6C9AAA89-A711-294C-81FC-D7A428CDCD4D}" presName="horz1" presStyleCnt="0"/>
      <dgm:spPr/>
    </dgm:pt>
    <dgm:pt modelId="{C45945EB-B846-894A-A77A-4CDBAC1EE207}" type="pres">
      <dgm:prSet presAssocID="{6C9AAA89-A711-294C-81FC-D7A428CDCD4D}" presName="tx1" presStyleLbl="revTx" presStyleIdx="3" presStyleCnt="10"/>
      <dgm:spPr/>
    </dgm:pt>
    <dgm:pt modelId="{CF88AA9A-CDEF-FF49-95F4-A66C25079FC4}" type="pres">
      <dgm:prSet presAssocID="{6C9AAA89-A711-294C-81FC-D7A428CDCD4D}" presName="vert1" presStyleCnt="0"/>
      <dgm:spPr/>
    </dgm:pt>
    <dgm:pt modelId="{36BC91A5-50C8-CC48-936D-BEC0328C0480}" type="pres">
      <dgm:prSet presAssocID="{EBAB6EB4-0B21-7B42-9150-8DDF59AE940C}" presName="vertSpace2a" presStyleCnt="0"/>
      <dgm:spPr/>
    </dgm:pt>
    <dgm:pt modelId="{18CD8F75-43A4-174C-8CEB-E79CFBA0FC2E}" type="pres">
      <dgm:prSet presAssocID="{EBAB6EB4-0B21-7B42-9150-8DDF59AE940C}" presName="horz2" presStyleCnt="0"/>
      <dgm:spPr/>
    </dgm:pt>
    <dgm:pt modelId="{2900C557-CA1A-6448-BF7E-53359957BF9E}" type="pres">
      <dgm:prSet presAssocID="{EBAB6EB4-0B21-7B42-9150-8DDF59AE940C}" presName="horzSpace2" presStyleCnt="0"/>
      <dgm:spPr/>
    </dgm:pt>
    <dgm:pt modelId="{B15E3372-B4C3-E84C-BDB2-0DCCC4925E1B}" type="pres">
      <dgm:prSet presAssocID="{EBAB6EB4-0B21-7B42-9150-8DDF59AE940C}" presName="tx2" presStyleLbl="revTx" presStyleIdx="4" presStyleCnt="10"/>
      <dgm:spPr/>
    </dgm:pt>
    <dgm:pt modelId="{0BF4818D-11D5-AE47-AB7A-E9E990D188B1}" type="pres">
      <dgm:prSet presAssocID="{EBAB6EB4-0B21-7B42-9150-8DDF59AE940C}" presName="vert2" presStyleCnt="0"/>
      <dgm:spPr/>
    </dgm:pt>
    <dgm:pt modelId="{D04FF4C9-DE3D-E742-8C97-7CB243D77EFE}" type="pres">
      <dgm:prSet presAssocID="{C5A5EC17-22C8-914B-9A06-3740525DCBCC}" presName="horz3" presStyleCnt="0"/>
      <dgm:spPr/>
    </dgm:pt>
    <dgm:pt modelId="{60B1CF50-8409-8C40-95C5-A96A17E664D4}" type="pres">
      <dgm:prSet presAssocID="{C5A5EC17-22C8-914B-9A06-3740525DCBCC}" presName="horzSpace3" presStyleCnt="0"/>
      <dgm:spPr/>
    </dgm:pt>
    <dgm:pt modelId="{ECBD077E-5488-CC4F-91E7-5EA5D45AF499}" type="pres">
      <dgm:prSet presAssocID="{C5A5EC17-22C8-914B-9A06-3740525DCBCC}" presName="tx3" presStyleLbl="revTx" presStyleIdx="5" presStyleCnt="10"/>
      <dgm:spPr/>
    </dgm:pt>
    <dgm:pt modelId="{9F12AF7C-BD38-2F4D-A596-90D0F5446158}" type="pres">
      <dgm:prSet presAssocID="{C5A5EC17-22C8-914B-9A06-3740525DCBCC}" presName="vert3" presStyleCnt="0"/>
      <dgm:spPr/>
    </dgm:pt>
    <dgm:pt modelId="{7953E117-2E1F-1949-A5D2-763E2668CE41}" type="pres">
      <dgm:prSet presAssocID="{90CDF113-21AF-414B-B00E-1633F2635C3E}" presName="thinLine3" presStyleLbl="callout" presStyleIdx="1" presStyleCnt="4"/>
      <dgm:spPr/>
    </dgm:pt>
    <dgm:pt modelId="{07E5118D-39C6-C24C-8BFD-12DF6A9AB81A}" type="pres">
      <dgm:prSet presAssocID="{EB1D9961-5E68-6D44-AEF2-AE128A3AA23E}" presName="horz3" presStyleCnt="0"/>
      <dgm:spPr/>
    </dgm:pt>
    <dgm:pt modelId="{56E996CB-0222-2545-A7F6-204D30419C6B}" type="pres">
      <dgm:prSet presAssocID="{EB1D9961-5E68-6D44-AEF2-AE128A3AA23E}" presName="horzSpace3" presStyleCnt="0"/>
      <dgm:spPr/>
    </dgm:pt>
    <dgm:pt modelId="{494E5A73-50E1-E046-BEE4-4939F5D05B0A}" type="pres">
      <dgm:prSet presAssocID="{EB1D9961-5E68-6D44-AEF2-AE128A3AA23E}" presName="tx3" presStyleLbl="revTx" presStyleIdx="6" presStyleCnt="10"/>
      <dgm:spPr/>
    </dgm:pt>
    <dgm:pt modelId="{C5E692DA-DCD0-994F-AD68-82E320F87E5B}" type="pres">
      <dgm:prSet presAssocID="{EB1D9961-5E68-6D44-AEF2-AE128A3AA23E}" presName="vert3" presStyleCnt="0"/>
      <dgm:spPr/>
    </dgm:pt>
    <dgm:pt modelId="{1E1E0AE3-04EB-594A-B95C-6D22D7E469DD}" type="pres">
      <dgm:prSet presAssocID="{EBAB6EB4-0B21-7B42-9150-8DDF59AE940C}" presName="thinLine2b" presStyleLbl="callout" presStyleIdx="2" presStyleCnt="4"/>
      <dgm:spPr/>
    </dgm:pt>
    <dgm:pt modelId="{BBBDEBF4-AB8A-1043-9C6D-B101B8DE2423}" type="pres">
      <dgm:prSet presAssocID="{EBAB6EB4-0B21-7B42-9150-8DDF59AE940C}" presName="vertSpace2b" presStyleCnt="0"/>
      <dgm:spPr/>
    </dgm:pt>
    <dgm:pt modelId="{8F9CC239-A7DE-E54C-A789-992F5A03BC38}" type="pres">
      <dgm:prSet presAssocID="{F40646E5-C211-AD4D-AED7-8E1EB3C01F76}" presName="thickLine" presStyleLbl="alignNode1" presStyleIdx="2" presStyleCnt="3"/>
      <dgm:spPr/>
    </dgm:pt>
    <dgm:pt modelId="{9C534595-CAEE-D04A-AB39-AE1DE2C4B612}" type="pres">
      <dgm:prSet presAssocID="{F40646E5-C211-AD4D-AED7-8E1EB3C01F76}" presName="horz1" presStyleCnt="0"/>
      <dgm:spPr/>
    </dgm:pt>
    <dgm:pt modelId="{EB5DA69C-85A8-6749-A8C7-58C67F023D73}" type="pres">
      <dgm:prSet presAssocID="{F40646E5-C211-AD4D-AED7-8E1EB3C01F76}" presName="tx1" presStyleLbl="revTx" presStyleIdx="7" presStyleCnt="10"/>
      <dgm:spPr/>
    </dgm:pt>
    <dgm:pt modelId="{2A860537-25B1-5A4F-8F9C-61D4125C0ACD}" type="pres">
      <dgm:prSet presAssocID="{F40646E5-C211-AD4D-AED7-8E1EB3C01F76}" presName="vert1" presStyleCnt="0"/>
      <dgm:spPr/>
    </dgm:pt>
    <dgm:pt modelId="{57932D49-704C-BD43-AF45-6B07546FB393}" type="pres">
      <dgm:prSet presAssocID="{0C8070B0-76D2-494C-8C76-50673931D4F3}" presName="vertSpace2a" presStyleCnt="0"/>
      <dgm:spPr/>
    </dgm:pt>
    <dgm:pt modelId="{D674A047-C977-C545-9F66-E01E3278FAA7}" type="pres">
      <dgm:prSet presAssocID="{0C8070B0-76D2-494C-8C76-50673931D4F3}" presName="horz2" presStyleCnt="0"/>
      <dgm:spPr/>
    </dgm:pt>
    <dgm:pt modelId="{9E4707E7-2AD2-1143-B77C-A286D97BA3F7}" type="pres">
      <dgm:prSet presAssocID="{0C8070B0-76D2-494C-8C76-50673931D4F3}" presName="horzSpace2" presStyleCnt="0"/>
      <dgm:spPr/>
    </dgm:pt>
    <dgm:pt modelId="{6356A214-3C79-5E4B-A88A-3F3A7C7494D7}" type="pres">
      <dgm:prSet presAssocID="{0C8070B0-76D2-494C-8C76-50673931D4F3}" presName="tx2" presStyleLbl="revTx" presStyleIdx="8" presStyleCnt="10"/>
      <dgm:spPr/>
    </dgm:pt>
    <dgm:pt modelId="{D52A674C-5266-6A4F-85A1-8B1F0DDC16D8}" type="pres">
      <dgm:prSet presAssocID="{0C8070B0-76D2-494C-8C76-50673931D4F3}" presName="vert2" presStyleCnt="0"/>
      <dgm:spPr/>
    </dgm:pt>
    <dgm:pt modelId="{AB8D7AC9-0E6C-7E47-AB3A-CE284FFC7E60}" type="pres">
      <dgm:prSet presAssocID="{C791A2BF-5116-7943-9669-A9D5FD1B15B2}" presName="horz3" presStyleCnt="0"/>
      <dgm:spPr/>
    </dgm:pt>
    <dgm:pt modelId="{12682030-81DC-E648-8603-EA7218306C73}" type="pres">
      <dgm:prSet presAssocID="{C791A2BF-5116-7943-9669-A9D5FD1B15B2}" presName="horzSpace3" presStyleCnt="0"/>
      <dgm:spPr/>
    </dgm:pt>
    <dgm:pt modelId="{36DFBE70-55C8-5646-8719-8D3030A449F8}" type="pres">
      <dgm:prSet presAssocID="{C791A2BF-5116-7943-9669-A9D5FD1B15B2}" presName="tx3" presStyleLbl="revTx" presStyleIdx="9" presStyleCnt="10"/>
      <dgm:spPr/>
    </dgm:pt>
    <dgm:pt modelId="{17DBAC41-A057-D242-913D-77B836FD43C7}" type="pres">
      <dgm:prSet presAssocID="{C791A2BF-5116-7943-9669-A9D5FD1B15B2}" presName="vert3" presStyleCnt="0"/>
      <dgm:spPr/>
    </dgm:pt>
    <dgm:pt modelId="{ABAE74A8-6076-ED48-AFED-7B01A135C5DC}" type="pres">
      <dgm:prSet presAssocID="{0C8070B0-76D2-494C-8C76-50673931D4F3}" presName="thinLine2b" presStyleLbl="callout" presStyleIdx="3" presStyleCnt="4"/>
      <dgm:spPr/>
    </dgm:pt>
    <dgm:pt modelId="{3B1C95E4-4F19-4646-AB6A-86BF29713DE6}" type="pres">
      <dgm:prSet presAssocID="{0C8070B0-76D2-494C-8C76-50673931D4F3}" presName="vertSpace2b" presStyleCnt="0"/>
      <dgm:spPr/>
    </dgm:pt>
  </dgm:ptLst>
  <dgm:cxnLst>
    <dgm:cxn modelId="{F9988505-7D1A-3047-AA72-1565E74BA43D}" type="presOf" srcId="{6C9AAA89-A711-294C-81FC-D7A428CDCD4D}" destId="{C45945EB-B846-894A-A77A-4CDBAC1EE207}" srcOrd="0" destOrd="0" presId="urn:microsoft.com/office/officeart/2008/layout/LinedList"/>
    <dgm:cxn modelId="{502B721F-CF26-1449-8335-CE8588147CB2}" srcId="{EBAB6EB4-0B21-7B42-9150-8DDF59AE940C}" destId="{EB1D9961-5E68-6D44-AEF2-AE128A3AA23E}" srcOrd="1" destOrd="0" parTransId="{DCA6BAC5-CB45-254A-B8A5-B1E63620CE33}" sibTransId="{142500AB-136E-0347-9996-38FFCD382E8D}"/>
    <dgm:cxn modelId="{44AE1331-9F84-FE48-8239-8A14956B95EE}" srcId="{EBAB6EB4-0B21-7B42-9150-8DDF59AE940C}" destId="{C5A5EC17-22C8-914B-9A06-3740525DCBCC}" srcOrd="0" destOrd="0" parTransId="{226B06E2-211E-E54C-B911-FFD7D689C436}" sibTransId="{90CDF113-21AF-414B-B00E-1633F2635C3E}"/>
    <dgm:cxn modelId="{87526634-66A5-AA42-855D-B2CF736E0561}" srcId="{F40646E5-C211-AD4D-AED7-8E1EB3C01F76}" destId="{0C8070B0-76D2-494C-8C76-50673931D4F3}" srcOrd="0" destOrd="0" parTransId="{D9A4D1A7-5936-CB45-81A7-66657371AB9C}" sibTransId="{C18031C1-0C30-7944-BBB2-131F540B76D0}"/>
    <dgm:cxn modelId="{FE339737-A9E4-A848-9AB1-F2BF9D66B794}" type="presOf" srcId="{0CEB3C95-D5B1-8640-A2B2-E1D3525DB0AA}" destId="{B774C3E5-5229-844F-B701-28A551A19A1C}" srcOrd="0" destOrd="0" presId="urn:microsoft.com/office/officeart/2008/layout/LinedList"/>
    <dgm:cxn modelId="{37CB463A-4268-3C4C-A985-22EA28523E4F}" type="presOf" srcId="{EBAB6EB4-0B21-7B42-9150-8DDF59AE940C}" destId="{B15E3372-B4C3-E84C-BDB2-0DCCC4925E1B}" srcOrd="0" destOrd="0" presId="urn:microsoft.com/office/officeart/2008/layout/LinedList"/>
    <dgm:cxn modelId="{0106B53E-CAA3-E949-AEDC-938693F40924}" srcId="{0CEB3C95-D5B1-8640-A2B2-E1D3525DB0AA}" destId="{1445BE61-1A71-D441-BB08-36869D9DA74B}" srcOrd="0" destOrd="0" parTransId="{7BEF2FA9-5AB3-2B4B-9E53-AB951A7066DB}" sibTransId="{0F23C49B-0BA3-504C-8AB8-E51221722A5E}"/>
    <dgm:cxn modelId="{50787355-2F14-6247-9970-55A807276B2C}" type="presOf" srcId="{A9FA1E2B-86A8-A945-99C9-3786207CD0AD}" destId="{510377C0-0A33-FC48-A73F-4BF7DAD4B721}" srcOrd="0" destOrd="0" presId="urn:microsoft.com/office/officeart/2008/layout/LinedList"/>
    <dgm:cxn modelId="{79D1DF55-41AF-3F41-A4A4-D89BEA6C342C}" srcId="{0CEB3C95-D5B1-8640-A2B2-E1D3525DB0AA}" destId="{F40646E5-C211-AD4D-AED7-8E1EB3C01F76}" srcOrd="2" destOrd="0" parTransId="{D991D813-8E05-1945-9FEF-49990B0DB200}" sibTransId="{8DAEBF5C-1B33-A047-BB16-FE83B20D9EEF}"/>
    <dgm:cxn modelId="{069FEC58-D47A-F74F-B857-E06BB3473202}" type="presOf" srcId="{C791A2BF-5116-7943-9669-A9D5FD1B15B2}" destId="{36DFBE70-55C8-5646-8719-8D3030A449F8}" srcOrd="0" destOrd="0" presId="urn:microsoft.com/office/officeart/2008/layout/LinedList"/>
    <dgm:cxn modelId="{51370D68-8DF4-0A4F-AE30-6FDD6BEE029D}" srcId="{0CEB3C95-D5B1-8640-A2B2-E1D3525DB0AA}" destId="{6C9AAA89-A711-294C-81FC-D7A428CDCD4D}" srcOrd="1" destOrd="0" parTransId="{B34DBC6F-C5FC-A74A-9D78-049AA2BFD777}" sibTransId="{A72C7C9A-2DA3-3648-9877-412CEE624239}"/>
    <dgm:cxn modelId="{F288CE6E-F39C-EE4E-A14A-571089B90686}" type="presOf" srcId="{0C8070B0-76D2-494C-8C76-50673931D4F3}" destId="{6356A214-3C79-5E4B-A88A-3F3A7C7494D7}" srcOrd="0" destOrd="0" presId="urn:microsoft.com/office/officeart/2008/layout/LinedList"/>
    <dgm:cxn modelId="{DE788870-B7FC-5144-927E-D1EBE9319799}" srcId="{1445BE61-1A71-D441-BB08-36869D9DA74B}" destId="{2B17F85B-9DCE-F442-811B-49C5C1C03142}" srcOrd="0" destOrd="0" parTransId="{C29A775D-FFF6-6E42-8349-39DED8B8AF70}" sibTransId="{98261EFA-79EB-7E48-928C-3B5A164D4BBF}"/>
    <dgm:cxn modelId="{397B5472-C915-684E-9F17-F7E12FBC4AC7}" type="presOf" srcId="{2B17F85B-9DCE-F442-811B-49C5C1C03142}" destId="{4FE005C8-62EE-1942-86B1-1D71E258808C}" srcOrd="0" destOrd="0" presId="urn:microsoft.com/office/officeart/2008/layout/LinedList"/>
    <dgm:cxn modelId="{412A537B-CFDD-6546-A936-95C1DF95CABA}" type="presOf" srcId="{F40646E5-C211-AD4D-AED7-8E1EB3C01F76}" destId="{EB5DA69C-85A8-6749-A8C7-58C67F023D73}" srcOrd="0" destOrd="0" presId="urn:microsoft.com/office/officeart/2008/layout/LinedList"/>
    <dgm:cxn modelId="{1A567D7E-DD95-5947-BD21-A58A371A478D}" type="presOf" srcId="{1445BE61-1A71-D441-BB08-36869D9DA74B}" destId="{10F691AE-9FE1-F241-8D52-76FE975FFE21}" srcOrd="0" destOrd="0" presId="urn:microsoft.com/office/officeart/2008/layout/LinedList"/>
    <dgm:cxn modelId="{608EECA1-2190-7D44-AC1F-C24FCA9FF479}" srcId="{6C9AAA89-A711-294C-81FC-D7A428CDCD4D}" destId="{EBAB6EB4-0B21-7B42-9150-8DDF59AE940C}" srcOrd="0" destOrd="0" parTransId="{7AC01849-7935-D449-8278-EB87AC12C286}" sibTransId="{2F4F1EEF-A569-514C-8827-5896CD708B7C}"/>
    <dgm:cxn modelId="{709F33E1-07BF-3040-9BA1-D58A9460B5C3}" type="presOf" srcId="{C5A5EC17-22C8-914B-9A06-3740525DCBCC}" destId="{ECBD077E-5488-CC4F-91E7-5EA5D45AF499}" srcOrd="0" destOrd="0" presId="urn:microsoft.com/office/officeart/2008/layout/LinedList"/>
    <dgm:cxn modelId="{8CDC34EA-4AFE-4246-9E4E-FF2780D45A81}" srcId="{0C8070B0-76D2-494C-8C76-50673931D4F3}" destId="{C791A2BF-5116-7943-9669-A9D5FD1B15B2}" srcOrd="0" destOrd="0" parTransId="{D0A0C1B9-5041-8C4E-9474-647C323F24E1}" sibTransId="{2460C78B-1CCE-9D45-A42F-053F43E0C23A}"/>
    <dgm:cxn modelId="{E6CDC1F0-24E7-E541-8F34-A2B52BB15B29}" type="presOf" srcId="{EB1D9961-5E68-6D44-AEF2-AE128A3AA23E}" destId="{494E5A73-50E1-E046-BEE4-4939F5D05B0A}" srcOrd="0" destOrd="0" presId="urn:microsoft.com/office/officeart/2008/layout/LinedList"/>
    <dgm:cxn modelId="{CEF402FC-C58D-154C-A4A9-5FC6A113BF53}" srcId="{2B17F85B-9DCE-F442-811B-49C5C1C03142}" destId="{A9FA1E2B-86A8-A945-99C9-3786207CD0AD}" srcOrd="0" destOrd="0" parTransId="{23D2FC7C-6BD4-8142-8F79-05CF53E6AE74}" sibTransId="{116E6322-C43F-6947-9830-29EFFDF1C656}"/>
    <dgm:cxn modelId="{5022C418-C5CE-0F48-A288-CD1021DA746C}" type="presParOf" srcId="{B774C3E5-5229-844F-B701-28A551A19A1C}" destId="{C189736F-8C90-8443-854E-79B8B4E56770}" srcOrd="0" destOrd="0" presId="urn:microsoft.com/office/officeart/2008/layout/LinedList"/>
    <dgm:cxn modelId="{9825A07D-0551-AD41-8525-7D696C36B131}" type="presParOf" srcId="{B774C3E5-5229-844F-B701-28A551A19A1C}" destId="{6FFCDC98-A9C4-E741-B3F1-50CD6F2A99B2}" srcOrd="1" destOrd="0" presId="urn:microsoft.com/office/officeart/2008/layout/LinedList"/>
    <dgm:cxn modelId="{4F2CF0F7-CE2D-0440-B703-685834402851}" type="presParOf" srcId="{6FFCDC98-A9C4-E741-B3F1-50CD6F2A99B2}" destId="{10F691AE-9FE1-F241-8D52-76FE975FFE21}" srcOrd="0" destOrd="0" presId="urn:microsoft.com/office/officeart/2008/layout/LinedList"/>
    <dgm:cxn modelId="{613A905F-20E8-F74A-B5B0-88CDA1C3A13A}" type="presParOf" srcId="{6FFCDC98-A9C4-E741-B3F1-50CD6F2A99B2}" destId="{0B52FCF2-3CB2-AC40-A936-2988CFE5DE49}" srcOrd="1" destOrd="0" presId="urn:microsoft.com/office/officeart/2008/layout/LinedList"/>
    <dgm:cxn modelId="{6BDB0EE0-2012-EC4C-976F-7CA968D007BB}" type="presParOf" srcId="{0B52FCF2-3CB2-AC40-A936-2988CFE5DE49}" destId="{103B8ADD-82A3-554A-80AA-C23E6557E5E3}" srcOrd="0" destOrd="0" presId="urn:microsoft.com/office/officeart/2008/layout/LinedList"/>
    <dgm:cxn modelId="{59C106A4-EB66-2548-85E6-E57C64EBEC62}" type="presParOf" srcId="{0B52FCF2-3CB2-AC40-A936-2988CFE5DE49}" destId="{68AACB8E-22E1-BE45-A286-0CB0A33146F2}" srcOrd="1" destOrd="0" presId="urn:microsoft.com/office/officeart/2008/layout/LinedList"/>
    <dgm:cxn modelId="{40456E95-B3C1-3447-8CEF-0A9485A7B724}" type="presParOf" srcId="{68AACB8E-22E1-BE45-A286-0CB0A33146F2}" destId="{9CA1891C-4540-384D-9656-31471B29156D}" srcOrd="0" destOrd="0" presId="urn:microsoft.com/office/officeart/2008/layout/LinedList"/>
    <dgm:cxn modelId="{5BAF4801-E5A3-A143-B612-E9E647B7AF85}" type="presParOf" srcId="{68AACB8E-22E1-BE45-A286-0CB0A33146F2}" destId="{4FE005C8-62EE-1942-86B1-1D71E258808C}" srcOrd="1" destOrd="0" presId="urn:microsoft.com/office/officeart/2008/layout/LinedList"/>
    <dgm:cxn modelId="{577AD0A0-DFC9-3F47-8DCE-7555A3573472}" type="presParOf" srcId="{68AACB8E-22E1-BE45-A286-0CB0A33146F2}" destId="{137A1831-6B7F-7149-B3A8-79306C9E76DD}" srcOrd="2" destOrd="0" presId="urn:microsoft.com/office/officeart/2008/layout/LinedList"/>
    <dgm:cxn modelId="{6E519DB1-B4C0-B84E-9724-BCFA76F95E3A}" type="presParOf" srcId="{137A1831-6B7F-7149-B3A8-79306C9E76DD}" destId="{FA2D4A3C-D554-C144-8E5E-0D51FEB2D60C}" srcOrd="0" destOrd="0" presId="urn:microsoft.com/office/officeart/2008/layout/LinedList"/>
    <dgm:cxn modelId="{651F32CE-A622-CA4A-9CD5-F983AC981120}" type="presParOf" srcId="{FA2D4A3C-D554-C144-8E5E-0D51FEB2D60C}" destId="{C36271C3-7CBE-D54A-AC08-A8F1E2DDA186}" srcOrd="0" destOrd="0" presId="urn:microsoft.com/office/officeart/2008/layout/LinedList"/>
    <dgm:cxn modelId="{257BAFF1-31FF-7840-8F2D-A114529C7FA4}" type="presParOf" srcId="{FA2D4A3C-D554-C144-8E5E-0D51FEB2D60C}" destId="{510377C0-0A33-FC48-A73F-4BF7DAD4B721}" srcOrd="1" destOrd="0" presId="urn:microsoft.com/office/officeart/2008/layout/LinedList"/>
    <dgm:cxn modelId="{79607FD3-B7A4-534D-9747-96E2897C9EB1}" type="presParOf" srcId="{FA2D4A3C-D554-C144-8E5E-0D51FEB2D60C}" destId="{C0D5164F-8AEB-3E44-8266-F312AABB366E}" srcOrd="2" destOrd="0" presId="urn:microsoft.com/office/officeart/2008/layout/LinedList"/>
    <dgm:cxn modelId="{635EF7AA-A1B1-9F4F-8FE7-AE0FB11C607D}" type="presParOf" srcId="{0B52FCF2-3CB2-AC40-A936-2988CFE5DE49}" destId="{9287A90A-12FF-EC4B-9E93-6EAB40EC5A30}" srcOrd="2" destOrd="0" presId="urn:microsoft.com/office/officeart/2008/layout/LinedList"/>
    <dgm:cxn modelId="{383E98EB-CF66-D44D-8A5C-B06DD0AF6F76}" type="presParOf" srcId="{0B52FCF2-3CB2-AC40-A936-2988CFE5DE49}" destId="{8F49FE0D-36DD-F54A-84F3-6CAF1FB90D56}" srcOrd="3" destOrd="0" presId="urn:microsoft.com/office/officeart/2008/layout/LinedList"/>
    <dgm:cxn modelId="{945D9E35-6605-E240-875C-4A3CDDB8B87D}" type="presParOf" srcId="{B774C3E5-5229-844F-B701-28A551A19A1C}" destId="{454953A8-2551-4C49-8C97-5DDE029DD9D8}" srcOrd="2" destOrd="0" presId="urn:microsoft.com/office/officeart/2008/layout/LinedList"/>
    <dgm:cxn modelId="{F62BAAC8-A334-B04C-9B00-8D95A859C741}" type="presParOf" srcId="{B774C3E5-5229-844F-B701-28A551A19A1C}" destId="{7ACF3CB4-21BF-6948-A54D-2470EB991354}" srcOrd="3" destOrd="0" presId="urn:microsoft.com/office/officeart/2008/layout/LinedList"/>
    <dgm:cxn modelId="{C36113EA-AF2B-364E-82CA-923FB9A799E5}" type="presParOf" srcId="{7ACF3CB4-21BF-6948-A54D-2470EB991354}" destId="{C45945EB-B846-894A-A77A-4CDBAC1EE207}" srcOrd="0" destOrd="0" presId="urn:microsoft.com/office/officeart/2008/layout/LinedList"/>
    <dgm:cxn modelId="{E21C1C00-0271-8942-B41C-1A57E675A171}" type="presParOf" srcId="{7ACF3CB4-21BF-6948-A54D-2470EB991354}" destId="{CF88AA9A-CDEF-FF49-95F4-A66C25079FC4}" srcOrd="1" destOrd="0" presId="urn:microsoft.com/office/officeart/2008/layout/LinedList"/>
    <dgm:cxn modelId="{3103805D-1F84-D441-8636-01907A31553C}" type="presParOf" srcId="{CF88AA9A-CDEF-FF49-95F4-A66C25079FC4}" destId="{36BC91A5-50C8-CC48-936D-BEC0328C0480}" srcOrd="0" destOrd="0" presId="urn:microsoft.com/office/officeart/2008/layout/LinedList"/>
    <dgm:cxn modelId="{F1A4D706-5ECA-C049-A898-5043013ACC79}" type="presParOf" srcId="{CF88AA9A-CDEF-FF49-95F4-A66C25079FC4}" destId="{18CD8F75-43A4-174C-8CEB-E79CFBA0FC2E}" srcOrd="1" destOrd="0" presId="urn:microsoft.com/office/officeart/2008/layout/LinedList"/>
    <dgm:cxn modelId="{32F7249D-8EBD-8347-B098-98C2DA0E8902}" type="presParOf" srcId="{18CD8F75-43A4-174C-8CEB-E79CFBA0FC2E}" destId="{2900C557-CA1A-6448-BF7E-53359957BF9E}" srcOrd="0" destOrd="0" presId="urn:microsoft.com/office/officeart/2008/layout/LinedList"/>
    <dgm:cxn modelId="{36C240CB-919C-A34F-8D90-87C407EEAF2C}" type="presParOf" srcId="{18CD8F75-43A4-174C-8CEB-E79CFBA0FC2E}" destId="{B15E3372-B4C3-E84C-BDB2-0DCCC4925E1B}" srcOrd="1" destOrd="0" presId="urn:microsoft.com/office/officeart/2008/layout/LinedList"/>
    <dgm:cxn modelId="{17B6758D-C523-4D4B-B186-C9DAF43C466C}" type="presParOf" srcId="{18CD8F75-43A4-174C-8CEB-E79CFBA0FC2E}" destId="{0BF4818D-11D5-AE47-AB7A-E9E990D188B1}" srcOrd="2" destOrd="0" presId="urn:microsoft.com/office/officeart/2008/layout/LinedList"/>
    <dgm:cxn modelId="{9295F99E-0B05-054D-87AE-FEFF2FD29FF0}" type="presParOf" srcId="{0BF4818D-11D5-AE47-AB7A-E9E990D188B1}" destId="{D04FF4C9-DE3D-E742-8C97-7CB243D77EFE}" srcOrd="0" destOrd="0" presId="urn:microsoft.com/office/officeart/2008/layout/LinedList"/>
    <dgm:cxn modelId="{0136C5A8-2CE8-F342-A0D8-6B585E2E228F}" type="presParOf" srcId="{D04FF4C9-DE3D-E742-8C97-7CB243D77EFE}" destId="{60B1CF50-8409-8C40-95C5-A96A17E664D4}" srcOrd="0" destOrd="0" presId="urn:microsoft.com/office/officeart/2008/layout/LinedList"/>
    <dgm:cxn modelId="{839B6096-6C47-D740-927B-B701AB76DB33}" type="presParOf" srcId="{D04FF4C9-DE3D-E742-8C97-7CB243D77EFE}" destId="{ECBD077E-5488-CC4F-91E7-5EA5D45AF499}" srcOrd="1" destOrd="0" presId="urn:microsoft.com/office/officeart/2008/layout/LinedList"/>
    <dgm:cxn modelId="{15342981-5A39-7C4D-9EBA-E858A4DC75D6}" type="presParOf" srcId="{D04FF4C9-DE3D-E742-8C97-7CB243D77EFE}" destId="{9F12AF7C-BD38-2F4D-A596-90D0F5446158}" srcOrd="2" destOrd="0" presId="urn:microsoft.com/office/officeart/2008/layout/LinedList"/>
    <dgm:cxn modelId="{74857E8B-ED4D-2D4D-9817-BC85B3162EBF}" type="presParOf" srcId="{0BF4818D-11D5-AE47-AB7A-E9E990D188B1}" destId="{7953E117-2E1F-1949-A5D2-763E2668CE41}" srcOrd="1" destOrd="0" presId="urn:microsoft.com/office/officeart/2008/layout/LinedList"/>
    <dgm:cxn modelId="{B83A953A-780B-CD43-BBD0-CBDCA032EDEB}" type="presParOf" srcId="{0BF4818D-11D5-AE47-AB7A-E9E990D188B1}" destId="{07E5118D-39C6-C24C-8BFD-12DF6A9AB81A}" srcOrd="2" destOrd="0" presId="urn:microsoft.com/office/officeart/2008/layout/LinedList"/>
    <dgm:cxn modelId="{496696FE-A965-2446-B117-A578AA906C02}" type="presParOf" srcId="{07E5118D-39C6-C24C-8BFD-12DF6A9AB81A}" destId="{56E996CB-0222-2545-A7F6-204D30419C6B}" srcOrd="0" destOrd="0" presId="urn:microsoft.com/office/officeart/2008/layout/LinedList"/>
    <dgm:cxn modelId="{1B98ACDA-EB28-5742-B6E2-12546E9402AE}" type="presParOf" srcId="{07E5118D-39C6-C24C-8BFD-12DF6A9AB81A}" destId="{494E5A73-50E1-E046-BEE4-4939F5D05B0A}" srcOrd="1" destOrd="0" presId="urn:microsoft.com/office/officeart/2008/layout/LinedList"/>
    <dgm:cxn modelId="{FA19412A-70A5-1045-8841-1FA1B64D946D}" type="presParOf" srcId="{07E5118D-39C6-C24C-8BFD-12DF6A9AB81A}" destId="{C5E692DA-DCD0-994F-AD68-82E320F87E5B}" srcOrd="2" destOrd="0" presId="urn:microsoft.com/office/officeart/2008/layout/LinedList"/>
    <dgm:cxn modelId="{450F4B86-FEBA-0444-A141-464189A48AC1}" type="presParOf" srcId="{CF88AA9A-CDEF-FF49-95F4-A66C25079FC4}" destId="{1E1E0AE3-04EB-594A-B95C-6D22D7E469DD}" srcOrd="2" destOrd="0" presId="urn:microsoft.com/office/officeart/2008/layout/LinedList"/>
    <dgm:cxn modelId="{B860EA40-9761-D546-A758-CF000B54950C}" type="presParOf" srcId="{CF88AA9A-CDEF-FF49-95F4-A66C25079FC4}" destId="{BBBDEBF4-AB8A-1043-9C6D-B101B8DE2423}" srcOrd="3" destOrd="0" presId="urn:microsoft.com/office/officeart/2008/layout/LinedList"/>
    <dgm:cxn modelId="{A7FD3692-97B2-9B4F-B67D-84E1F197D545}" type="presParOf" srcId="{B774C3E5-5229-844F-B701-28A551A19A1C}" destId="{8F9CC239-A7DE-E54C-A789-992F5A03BC38}" srcOrd="4" destOrd="0" presId="urn:microsoft.com/office/officeart/2008/layout/LinedList"/>
    <dgm:cxn modelId="{57F30E16-AD13-2A43-A132-DE1CB217D3A9}" type="presParOf" srcId="{B774C3E5-5229-844F-B701-28A551A19A1C}" destId="{9C534595-CAEE-D04A-AB39-AE1DE2C4B612}" srcOrd="5" destOrd="0" presId="urn:microsoft.com/office/officeart/2008/layout/LinedList"/>
    <dgm:cxn modelId="{285B7A9F-5479-944F-A4AD-2F873606DEEF}" type="presParOf" srcId="{9C534595-CAEE-D04A-AB39-AE1DE2C4B612}" destId="{EB5DA69C-85A8-6749-A8C7-58C67F023D73}" srcOrd="0" destOrd="0" presId="urn:microsoft.com/office/officeart/2008/layout/LinedList"/>
    <dgm:cxn modelId="{690102EF-A7B6-3C49-962F-9F500DFD3286}" type="presParOf" srcId="{9C534595-CAEE-D04A-AB39-AE1DE2C4B612}" destId="{2A860537-25B1-5A4F-8F9C-61D4125C0ACD}" srcOrd="1" destOrd="0" presId="urn:microsoft.com/office/officeart/2008/layout/LinedList"/>
    <dgm:cxn modelId="{114851C7-A19F-3A4D-9ADC-39FA55C51B2C}" type="presParOf" srcId="{2A860537-25B1-5A4F-8F9C-61D4125C0ACD}" destId="{57932D49-704C-BD43-AF45-6B07546FB393}" srcOrd="0" destOrd="0" presId="urn:microsoft.com/office/officeart/2008/layout/LinedList"/>
    <dgm:cxn modelId="{829C92E3-B339-8E42-9CA6-5A34F6D024D1}" type="presParOf" srcId="{2A860537-25B1-5A4F-8F9C-61D4125C0ACD}" destId="{D674A047-C977-C545-9F66-E01E3278FAA7}" srcOrd="1" destOrd="0" presId="urn:microsoft.com/office/officeart/2008/layout/LinedList"/>
    <dgm:cxn modelId="{A85E79F4-19AD-D742-8A8B-D4725252677D}" type="presParOf" srcId="{D674A047-C977-C545-9F66-E01E3278FAA7}" destId="{9E4707E7-2AD2-1143-B77C-A286D97BA3F7}" srcOrd="0" destOrd="0" presId="urn:microsoft.com/office/officeart/2008/layout/LinedList"/>
    <dgm:cxn modelId="{B229BFA9-020B-284F-B930-2489A8729FAE}" type="presParOf" srcId="{D674A047-C977-C545-9F66-E01E3278FAA7}" destId="{6356A214-3C79-5E4B-A88A-3F3A7C7494D7}" srcOrd="1" destOrd="0" presId="urn:microsoft.com/office/officeart/2008/layout/LinedList"/>
    <dgm:cxn modelId="{2EBA4A86-AC9F-A843-8585-9DEAE7B1B466}" type="presParOf" srcId="{D674A047-C977-C545-9F66-E01E3278FAA7}" destId="{D52A674C-5266-6A4F-85A1-8B1F0DDC16D8}" srcOrd="2" destOrd="0" presId="urn:microsoft.com/office/officeart/2008/layout/LinedList"/>
    <dgm:cxn modelId="{22EBACC0-40FE-B841-9C16-0AB38BCDC653}" type="presParOf" srcId="{D52A674C-5266-6A4F-85A1-8B1F0DDC16D8}" destId="{AB8D7AC9-0E6C-7E47-AB3A-CE284FFC7E60}" srcOrd="0" destOrd="0" presId="urn:microsoft.com/office/officeart/2008/layout/LinedList"/>
    <dgm:cxn modelId="{9A183EB3-C47C-6C4F-B6FB-71D5F6918260}" type="presParOf" srcId="{AB8D7AC9-0E6C-7E47-AB3A-CE284FFC7E60}" destId="{12682030-81DC-E648-8603-EA7218306C73}" srcOrd="0" destOrd="0" presId="urn:microsoft.com/office/officeart/2008/layout/LinedList"/>
    <dgm:cxn modelId="{1FB3C4CE-898A-1D4E-9592-CA3529C9FFEC}" type="presParOf" srcId="{AB8D7AC9-0E6C-7E47-AB3A-CE284FFC7E60}" destId="{36DFBE70-55C8-5646-8719-8D3030A449F8}" srcOrd="1" destOrd="0" presId="urn:microsoft.com/office/officeart/2008/layout/LinedList"/>
    <dgm:cxn modelId="{A39F7907-9AD4-8546-B39D-8BC42C9B4219}" type="presParOf" srcId="{AB8D7AC9-0E6C-7E47-AB3A-CE284FFC7E60}" destId="{17DBAC41-A057-D242-913D-77B836FD43C7}" srcOrd="2" destOrd="0" presId="urn:microsoft.com/office/officeart/2008/layout/LinedList"/>
    <dgm:cxn modelId="{5ACD085D-FD14-504A-BF53-EAFA91244931}" type="presParOf" srcId="{2A860537-25B1-5A4F-8F9C-61D4125C0ACD}" destId="{ABAE74A8-6076-ED48-AFED-7B01A135C5DC}" srcOrd="2" destOrd="0" presId="urn:microsoft.com/office/officeart/2008/layout/LinedList"/>
    <dgm:cxn modelId="{A9663E87-394E-6E40-829F-29F312DDF7DC}" type="presParOf" srcId="{2A860537-25B1-5A4F-8F9C-61D4125C0ACD}" destId="{3B1C95E4-4F19-4646-AB6A-86BF29713DE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E07E0A-D6B0-3E4A-9085-A93FF730BF3D}" type="doc">
      <dgm:prSet loTypeId="urn:microsoft.com/office/officeart/2005/8/layout/vProcess5" loCatId="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0A446444-D1F1-3748-B3AD-811C9994ECAD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800" b="1" dirty="0">
              <a:latin typeface="Arial" panose="020B0604020202020204" pitchFamily="34" charset="0"/>
              <a:cs typeface="Arial" panose="020B0604020202020204" pitchFamily="34" charset="0"/>
            </a:rPr>
            <a:t>Build Phase</a:t>
          </a:r>
          <a:endParaRPr lang="en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82AFBF-B2B7-6E4F-A01F-B5F415D790EB}" type="parTrans" cxnId="{2824A88C-8A42-FB4F-82CD-A78CC69C99F1}">
      <dgm:prSet/>
      <dgm:spPr/>
      <dgm:t>
        <a:bodyPr/>
        <a:lstStyle/>
        <a:p>
          <a:endParaRPr lang="en-GB"/>
        </a:p>
      </dgm:t>
    </dgm:pt>
    <dgm:pt modelId="{F2837CBA-84AE-CF43-B159-BC7FAB2E634E}" type="sibTrans" cxnId="{2824A88C-8A42-FB4F-82CD-A78CC69C99F1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endParaRPr lang="en-GB"/>
        </a:p>
      </dgm:t>
    </dgm:pt>
    <dgm:pt modelId="{95CBC584-994B-8048-B7C2-BCE8F4FD1E12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Cloud Architect, Senior AI Engineer, Data Engineer, Dev(s). </a:t>
          </a:r>
        </a:p>
      </dgm:t>
    </dgm:pt>
    <dgm:pt modelId="{871707F4-D928-AB40-89D1-22C21F42589D}" type="parTrans" cxnId="{ADF8DD9E-7B92-8442-BB92-EC63A6B51497}">
      <dgm:prSet/>
      <dgm:spPr/>
      <dgm:t>
        <a:bodyPr/>
        <a:lstStyle/>
        <a:p>
          <a:endParaRPr lang="en-GB"/>
        </a:p>
      </dgm:t>
    </dgm:pt>
    <dgm:pt modelId="{90A53E9F-E7B3-C24F-BAC5-92CE9A95878E}" type="sibTrans" cxnId="{ADF8DD9E-7B92-8442-BB92-EC63A6B51497}">
      <dgm:prSet/>
      <dgm:spPr/>
      <dgm:t>
        <a:bodyPr/>
        <a:lstStyle/>
        <a:p>
          <a:endParaRPr lang="en-GB"/>
        </a:p>
      </dgm:t>
    </dgm:pt>
    <dgm:pt modelId="{EC6D7474-EDFD-D045-B710-6FA75F6DDD40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Run Phase</a:t>
          </a:r>
        </a:p>
        <a:p>
          <a:r>
            <a:rPr lang="en-FR" sz="1400" b="1" dirty="0">
              <a:latin typeface="Arial" panose="020B0604020202020204" pitchFamily="34" charset="0"/>
              <a:cs typeface="Arial" panose="020B0604020202020204" pitchFamily="34" charset="0"/>
            </a:rPr>
            <a:t>OpEx</a:t>
          </a:r>
          <a:endParaRPr lang="en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C252F9-AC9C-5C4C-BFCD-0AD97B10782E}" type="parTrans" cxnId="{860A9F92-3D09-4B41-839C-FC03B51B82D7}">
      <dgm:prSet/>
      <dgm:spPr/>
      <dgm:t>
        <a:bodyPr/>
        <a:lstStyle/>
        <a:p>
          <a:endParaRPr lang="en-GB"/>
        </a:p>
      </dgm:t>
    </dgm:pt>
    <dgm:pt modelId="{6A0E8104-C2D2-224E-A5EF-E60CC6E537A0}" type="sibTrans" cxnId="{860A9F92-3D09-4B41-839C-FC03B51B82D7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endParaRPr lang="en-GB"/>
        </a:p>
      </dgm:t>
    </dgm:pt>
    <dgm:pt modelId="{E9171748-CAEF-8D4C-847D-8FBEB3EA4D75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800" b="1" dirty="0">
              <a:latin typeface="Arial" panose="020B0604020202020204" pitchFamily="34" charset="0"/>
              <a:cs typeface="Arial" panose="020B0604020202020204" pitchFamily="34" charset="0"/>
            </a:rPr>
            <a:t>Operational Team</a:t>
          </a:r>
          <a:endParaRPr lang="en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402CA1-583C-1242-8D35-0CC4D8693EF4}" type="parTrans" cxnId="{8C14CBCF-2748-4F44-A23C-0C6BC2BE9C12}">
      <dgm:prSet/>
      <dgm:spPr/>
      <dgm:t>
        <a:bodyPr/>
        <a:lstStyle/>
        <a:p>
          <a:endParaRPr lang="en-GB"/>
        </a:p>
      </dgm:t>
    </dgm:pt>
    <dgm:pt modelId="{F94049D3-4736-8346-9F15-94017AEF3F75}" type="sibTrans" cxnId="{8C14CBCF-2748-4F44-A23C-0C6BC2BE9C12}">
      <dgm:prSet/>
      <dgm:spPr/>
      <dgm:t>
        <a:bodyPr/>
        <a:lstStyle/>
        <a:p>
          <a:endParaRPr lang="en-GB"/>
        </a:p>
      </dgm:t>
    </dgm:pt>
    <dgm:pt modelId="{603BFCD4-CE03-7248-92EC-586798B09C09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Requires ~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.5 FTE (Platform Engineer + Data Steward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+ FTE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) to maintain connectors and governance.</a:t>
          </a:r>
        </a:p>
      </dgm:t>
    </dgm:pt>
    <dgm:pt modelId="{15DFC93A-289E-9943-8CA3-7CCC72AC2FC5}" type="parTrans" cxnId="{A123C7BC-0E34-294E-83A1-FD9FDD87B931}">
      <dgm:prSet/>
      <dgm:spPr/>
      <dgm:t>
        <a:bodyPr/>
        <a:lstStyle/>
        <a:p>
          <a:endParaRPr lang="en-GB"/>
        </a:p>
      </dgm:t>
    </dgm:pt>
    <dgm:pt modelId="{D3E93F7D-22DA-8048-A2D2-5EFF6659F3D7}" type="sibTrans" cxnId="{A123C7BC-0E34-294E-83A1-FD9FDD87B931}">
      <dgm:prSet/>
      <dgm:spPr/>
      <dgm:t>
        <a:bodyPr/>
        <a:lstStyle/>
        <a:p>
          <a:endParaRPr lang="en-GB"/>
        </a:p>
      </dgm:t>
    </dgm:pt>
    <dgm:pt modelId="{2D4C13DB-091F-9048-84C3-71722D6AF861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400" b="1" dirty="0">
              <a:latin typeface="Arial" panose="020B0604020202020204" pitchFamily="34" charset="0"/>
              <a:cs typeface="Arial" panose="020B0604020202020204" pitchFamily="34" charset="0"/>
            </a:rPr>
            <a:t>CapEx</a:t>
          </a:r>
          <a:endParaRPr lang="en-FR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64E51C-E292-854A-AD6A-AEC2B281B1D5}" type="parTrans" cxnId="{5445902F-D22D-574D-8E5B-B3FE59A1870F}">
      <dgm:prSet/>
      <dgm:spPr/>
      <dgm:t>
        <a:bodyPr/>
        <a:lstStyle/>
        <a:p>
          <a:endParaRPr lang="en-GB"/>
        </a:p>
      </dgm:t>
    </dgm:pt>
    <dgm:pt modelId="{35DD51F0-3983-6E4E-8408-CC355637D749}" type="sibTrans" cxnId="{5445902F-D22D-574D-8E5B-B3FE59A1870F}">
      <dgm:prSet/>
      <dgm:spPr/>
      <dgm:t>
        <a:bodyPr/>
        <a:lstStyle/>
        <a:p>
          <a:endParaRPr lang="en-GB"/>
        </a:p>
      </dgm:t>
    </dgm:pt>
    <dgm:pt modelId="{017CC2F9-C67B-F440-ABFA-03DB6797D308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Estimated Cost: </a:t>
          </a:r>
          <a:r>
            <a:rPr lang="en-GB" sz="1400" dirty="0">
              <a:latin typeface="Arial" panose="020B0604020202020204" pitchFamily="34" charset="0"/>
              <a:cs typeface="Arial" panose="020B0604020202020204" pitchFamily="34" charset="0"/>
            </a:rPr>
            <a:t>€3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50K-&gt;</a:t>
          </a:r>
          <a:r>
            <a:rPr lang="en-GB" sz="1400" dirty="0">
              <a:latin typeface="Arial" panose="020B0604020202020204" pitchFamily="34" charset="0"/>
              <a:cs typeface="Arial" panose="020B0604020202020204" pitchFamily="34" charset="0"/>
            </a:rPr>
            <a:t>€5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00K</a:t>
          </a:r>
        </a:p>
      </dgm:t>
    </dgm:pt>
    <dgm:pt modelId="{D69EEF9F-FC39-FE49-8410-6C568A8DD8E3}" type="parTrans" cxnId="{1D6318BA-EF9C-5C43-88A8-C284667D7394}">
      <dgm:prSet/>
      <dgm:spPr/>
      <dgm:t>
        <a:bodyPr/>
        <a:lstStyle/>
        <a:p>
          <a:endParaRPr lang="en-GB"/>
        </a:p>
      </dgm:t>
    </dgm:pt>
    <dgm:pt modelId="{1C570264-8583-C849-9EEF-A5F066D15880}" type="sibTrans" cxnId="{1D6318BA-EF9C-5C43-88A8-C284667D7394}">
      <dgm:prSet/>
      <dgm:spPr/>
      <dgm:t>
        <a:bodyPr/>
        <a:lstStyle/>
        <a:p>
          <a:endParaRPr lang="en-GB"/>
        </a:p>
      </dgm:t>
    </dgm:pt>
    <dgm:pt modelId="{26ACDD0C-B043-A045-A739-5B4365C03A92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3-6 months. Requires 4-5 FTE Squad </a:t>
          </a:r>
        </a:p>
      </dgm:t>
    </dgm:pt>
    <dgm:pt modelId="{7BF59EBF-721B-F04E-A663-EACA2124D4A6}" type="parTrans" cxnId="{E5E1460B-0010-624F-855B-8DE942EA2DDE}">
      <dgm:prSet/>
      <dgm:spPr/>
      <dgm:t>
        <a:bodyPr/>
        <a:lstStyle/>
        <a:p>
          <a:endParaRPr lang="en-GB"/>
        </a:p>
      </dgm:t>
    </dgm:pt>
    <dgm:pt modelId="{7B742B0F-E234-F24E-B109-A7274A5B54F2}" type="sibTrans" cxnId="{E5E1460B-0010-624F-855B-8DE942EA2DDE}">
      <dgm:prSet/>
      <dgm:spPr/>
      <dgm:t>
        <a:bodyPr/>
        <a:lstStyle/>
        <a:p>
          <a:endParaRPr lang="en-GB"/>
        </a:p>
      </dgm:t>
    </dgm:pt>
    <dgm:pt modelId="{52F471FF-1BA3-BC42-AAC6-03E225A900AF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Infrastructure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 €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6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5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000-€8,000 / month</a:t>
          </a:r>
        </a:p>
      </dgm:t>
    </dgm:pt>
    <dgm:pt modelId="{117DA0A5-F8B0-6040-A324-4311CE97523B}" type="parTrans" cxnId="{E7C964B6-E9F6-B545-B7EB-3B33A319C649}">
      <dgm:prSet/>
      <dgm:spPr/>
      <dgm:t>
        <a:bodyPr/>
        <a:lstStyle/>
        <a:p>
          <a:endParaRPr lang="en-GB"/>
        </a:p>
      </dgm:t>
    </dgm:pt>
    <dgm:pt modelId="{E2271B59-4973-6E4B-BBAB-9DA3C454BA9F}" type="sibTrans" cxnId="{E7C964B6-E9F6-B545-B7EB-3B33A319C649}">
      <dgm:prSet/>
      <dgm:spPr/>
      <dgm:t>
        <a:bodyPr/>
        <a:lstStyle/>
        <a:p>
          <a:endParaRPr lang="en-GB"/>
        </a:p>
      </dgm:t>
    </dgm:pt>
    <dgm:pt modelId="{C3249176-DCB8-EC42-BF19-F78388E8CD67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Cloud Run, Vector AI,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Cloud SQL, </a:t>
          </a:r>
          <a:r>
            <a:rPr lang="en-FR" sz="1400" dirty="0">
              <a:latin typeface="Arial" panose="020B0604020202020204" pitchFamily="34" charset="0"/>
              <a:cs typeface="Arial" panose="020B0604020202020204" pitchFamily="34" charset="0"/>
            </a:rPr>
            <a:t>LLM Tokens for ~1k users.</a:t>
          </a:r>
        </a:p>
      </dgm:t>
    </dgm:pt>
    <dgm:pt modelId="{D726BB38-536C-DA44-B84C-A2C9B6CD62AF}" type="parTrans" cxnId="{754F8EA7-7CD6-8546-A5F5-124F0B3089DB}">
      <dgm:prSet/>
      <dgm:spPr/>
      <dgm:t>
        <a:bodyPr/>
        <a:lstStyle/>
        <a:p>
          <a:endParaRPr lang="en-GB"/>
        </a:p>
      </dgm:t>
    </dgm:pt>
    <dgm:pt modelId="{50AC27B5-C1EE-F44E-B189-1C7C5BB42FB0}" type="sibTrans" cxnId="{754F8EA7-7CD6-8546-A5F5-124F0B3089DB}">
      <dgm:prSet/>
      <dgm:spPr/>
      <dgm:t>
        <a:bodyPr/>
        <a:lstStyle/>
        <a:p>
          <a:endParaRPr lang="en-GB"/>
        </a:p>
      </dgm:t>
    </dgm:pt>
    <dgm:pt modelId="{84C46DEC-5AE3-DA44-8099-027CBAFD9B75}" type="pres">
      <dgm:prSet presAssocID="{DFE07E0A-D6B0-3E4A-9085-A93FF730BF3D}" presName="outerComposite" presStyleCnt="0">
        <dgm:presLayoutVars>
          <dgm:chMax val="5"/>
          <dgm:dir/>
          <dgm:resizeHandles val="exact"/>
        </dgm:presLayoutVars>
      </dgm:prSet>
      <dgm:spPr/>
    </dgm:pt>
    <dgm:pt modelId="{CCC20181-16D8-3E47-A372-5F0A52E23B1C}" type="pres">
      <dgm:prSet presAssocID="{DFE07E0A-D6B0-3E4A-9085-A93FF730BF3D}" presName="dummyMaxCanvas" presStyleCnt="0">
        <dgm:presLayoutVars/>
      </dgm:prSet>
      <dgm:spPr/>
    </dgm:pt>
    <dgm:pt modelId="{B5969857-9FCB-5B40-A0E9-FABCB56E3137}" type="pres">
      <dgm:prSet presAssocID="{DFE07E0A-D6B0-3E4A-9085-A93FF730BF3D}" presName="ThreeNodes_1" presStyleLbl="node1" presStyleIdx="0" presStyleCnt="3">
        <dgm:presLayoutVars>
          <dgm:bulletEnabled val="1"/>
        </dgm:presLayoutVars>
      </dgm:prSet>
      <dgm:spPr/>
    </dgm:pt>
    <dgm:pt modelId="{569F8F6A-D012-EF47-A20A-A8D26ABE95CE}" type="pres">
      <dgm:prSet presAssocID="{DFE07E0A-D6B0-3E4A-9085-A93FF730BF3D}" presName="ThreeNodes_2" presStyleLbl="node1" presStyleIdx="1" presStyleCnt="3">
        <dgm:presLayoutVars>
          <dgm:bulletEnabled val="1"/>
        </dgm:presLayoutVars>
      </dgm:prSet>
      <dgm:spPr/>
    </dgm:pt>
    <dgm:pt modelId="{78700E3A-1517-9B44-B8EC-FB4EFC2A2226}" type="pres">
      <dgm:prSet presAssocID="{DFE07E0A-D6B0-3E4A-9085-A93FF730BF3D}" presName="ThreeNodes_3" presStyleLbl="node1" presStyleIdx="2" presStyleCnt="3">
        <dgm:presLayoutVars>
          <dgm:bulletEnabled val="1"/>
        </dgm:presLayoutVars>
      </dgm:prSet>
      <dgm:spPr/>
    </dgm:pt>
    <dgm:pt modelId="{E113A162-24EF-C447-BE8C-D8A99ABC32A3}" type="pres">
      <dgm:prSet presAssocID="{DFE07E0A-D6B0-3E4A-9085-A93FF730BF3D}" presName="ThreeConn_1-2" presStyleLbl="fgAccFollowNode1" presStyleIdx="0" presStyleCnt="2">
        <dgm:presLayoutVars>
          <dgm:bulletEnabled val="1"/>
        </dgm:presLayoutVars>
      </dgm:prSet>
      <dgm:spPr/>
    </dgm:pt>
    <dgm:pt modelId="{E5AF424C-5AE9-B74F-92C8-54F168ACC9B7}" type="pres">
      <dgm:prSet presAssocID="{DFE07E0A-D6B0-3E4A-9085-A93FF730BF3D}" presName="ThreeConn_2-3" presStyleLbl="fgAccFollowNode1" presStyleIdx="1" presStyleCnt="2">
        <dgm:presLayoutVars>
          <dgm:bulletEnabled val="1"/>
        </dgm:presLayoutVars>
      </dgm:prSet>
      <dgm:spPr/>
    </dgm:pt>
    <dgm:pt modelId="{80A295BD-E97B-4A4C-B94A-9454A546BB89}" type="pres">
      <dgm:prSet presAssocID="{DFE07E0A-D6B0-3E4A-9085-A93FF730BF3D}" presName="ThreeNodes_1_text" presStyleLbl="node1" presStyleIdx="2" presStyleCnt="3">
        <dgm:presLayoutVars>
          <dgm:bulletEnabled val="1"/>
        </dgm:presLayoutVars>
      </dgm:prSet>
      <dgm:spPr/>
    </dgm:pt>
    <dgm:pt modelId="{E0EDC829-990A-E841-BE6C-3889C8E18E24}" type="pres">
      <dgm:prSet presAssocID="{DFE07E0A-D6B0-3E4A-9085-A93FF730BF3D}" presName="ThreeNodes_2_text" presStyleLbl="node1" presStyleIdx="2" presStyleCnt="3">
        <dgm:presLayoutVars>
          <dgm:bulletEnabled val="1"/>
        </dgm:presLayoutVars>
      </dgm:prSet>
      <dgm:spPr/>
    </dgm:pt>
    <dgm:pt modelId="{EA3FCD36-5BAC-B546-8DB4-FCE49AD0A356}" type="pres">
      <dgm:prSet presAssocID="{DFE07E0A-D6B0-3E4A-9085-A93FF730BF3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4E92E01-7AB8-C441-BCBA-2ED208338C58}" type="presOf" srcId="{26ACDD0C-B043-A045-A739-5B4365C03A92}" destId="{B5969857-9FCB-5B40-A0E9-FABCB56E3137}" srcOrd="0" destOrd="2" presId="urn:microsoft.com/office/officeart/2005/8/layout/vProcess5"/>
    <dgm:cxn modelId="{9CED4A02-3854-1846-A0D2-E6C486C38E5B}" type="presOf" srcId="{EC6D7474-EDFD-D045-B710-6FA75F6DDD40}" destId="{569F8F6A-D012-EF47-A20A-A8D26ABE95CE}" srcOrd="0" destOrd="0" presId="urn:microsoft.com/office/officeart/2005/8/layout/vProcess5"/>
    <dgm:cxn modelId="{AEE90307-9CBD-8F4E-8BCB-6D0F3204885C}" type="presOf" srcId="{52F471FF-1BA3-BC42-AAC6-03E225A900AF}" destId="{E0EDC829-990A-E841-BE6C-3889C8E18E24}" srcOrd="1" destOrd="1" presId="urn:microsoft.com/office/officeart/2005/8/layout/vProcess5"/>
    <dgm:cxn modelId="{8C274D09-004C-AB4D-B9F4-5B165E12D207}" type="presOf" srcId="{95CBC584-994B-8048-B7C2-BCE8F4FD1E12}" destId="{80A295BD-E97B-4A4C-B94A-9454A546BB89}" srcOrd="1" destOrd="3" presId="urn:microsoft.com/office/officeart/2005/8/layout/vProcess5"/>
    <dgm:cxn modelId="{E5E1460B-0010-624F-855B-8DE942EA2DDE}" srcId="{0A446444-D1F1-3748-B3AD-811C9994ECAD}" destId="{26ACDD0C-B043-A045-A739-5B4365C03A92}" srcOrd="1" destOrd="0" parTransId="{7BF59EBF-721B-F04E-A663-EACA2124D4A6}" sibTransId="{7B742B0F-E234-F24E-B109-A7274A5B54F2}"/>
    <dgm:cxn modelId="{89063E0E-A3CF-9545-A695-122A8832DF25}" type="presOf" srcId="{017CC2F9-C67B-F440-ABFA-03DB6797D308}" destId="{80A295BD-E97B-4A4C-B94A-9454A546BB89}" srcOrd="1" destOrd="4" presId="urn:microsoft.com/office/officeart/2005/8/layout/vProcess5"/>
    <dgm:cxn modelId="{BDF9E423-CFAA-4C43-8F28-36C46BF07594}" type="presOf" srcId="{2D4C13DB-091F-9048-84C3-71722D6AF861}" destId="{80A295BD-E97B-4A4C-B94A-9454A546BB89}" srcOrd="1" destOrd="1" presId="urn:microsoft.com/office/officeart/2005/8/layout/vProcess5"/>
    <dgm:cxn modelId="{5445902F-D22D-574D-8E5B-B3FE59A1870F}" srcId="{0A446444-D1F1-3748-B3AD-811C9994ECAD}" destId="{2D4C13DB-091F-9048-84C3-71722D6AF861}" srcOrd="0" destOrd="0" parTransId="{9564E51C-E292-854A-AD6A-AEC2B281B1D5}" sibTransId="{35DD51F0-3983-6E4E-8408-CC355637D749}"/>
    <dgm:cxn modelId="{BA84F93E-4480-0A4C-901C-BBE46DC3ACE4}" type="presOf" srcId="{DFE07E0A-D6B0-3E4A-9085-A93FF730BF3D}" destId="{84C46DEC-5AE3-DA44-8099-027CBAFD9B75}" srcOrd="0" destOrd="0" presId="urn:microsoft.com/office/officeart/2005/8/layout/vProcess5"/>
    <dgm:cxn modelId="{8A526461-D1BF-6840-8FD0-1B09A3E4A7E3}" type="presOf" srcId="{603BFCD4-CE03-7248-92EC-586798B09C09}" destId="{78700E3A-1517-9B44-B8EC-FB4EFC2A2226}" srcOrd="0" destOrd="1" presId="urn:microsoft.com/office/officeart/2005/8/layout/vProcess5"/>
    <dgm:cxn modelId="{1E0D8F62-5286-064E-97F1-1F5F5FE5676D}" type="presOf" srcId="{52F471FF-1BA3-BC42-AAC6-03E225A900AF}" destId="{569F8F6A-D012-EF47-A20A-A8D26ABE95CE}" srcOrd="0" destOrd="1" presId="urn:microsoft.com/office/officeart/2005/8/layout/vProcess5"/>
    <dgm:cxn modelId="{A5061C69-6762-654F-96B1-2F68EE3B2D62}" type="presOf" srcId="{017CC2F9-C67B-F440-ABFA-03DB6797D308}" destId="{B5969857-9FCB-5B40-A0E9-FABCB56E3137}" srcOrd="0" destOrd="4" presId="urn:microsoft.com/office/officeart/2005/8/layout/vProcess5"/>
    <dgm:cxn modelId="{8175F26D-523C-2A48-B5B2-2F2286E72F54}" type="presOf" srcId="{C3249176-DCB8-EC42-BF19-F78388E8CD67}" destId="{E0EDC829-990A-E841-BE6C-3889C8E18E24}" srcOrd="1" destOrd="2" presId="urn:microsoft.com/office/officeart/2005/8/layout/vProcess5"/>
    <dgm:cxn modelId="{8B9AB777-C89E-FA4E-87EC-2B69520FCAD5}" type="presOf" srcId="{603BFCD4-CE03-7248-92EC-586798B09C09}" destId="{EA3FCD36-5BAC-B546-8DB4-FCE49AD0A356}" srcOrd="1" destOrd="1" presId="urn:microsoft.com/office/officeart/2005/8/layout/vProcess5"/>
    <dgm:cxn modelId="{6E14237A-359B-3841-A637-6812C3AE17CB}" type="presOf" srcId="{E9171748-CAEF-8D4C-847D-8FBEB3EA4D75}" destId="{EA3FCD36-5BAC-B546-8DB4-FCE49AD0A356}" srcOrd="1" destOrd="0" presId="urn:microsoft.com/office/officeart/2005/8/layout/vProcess5"/>
    <dgm:cxn modelId="{2824A88C-8A42-FB4F-82CD-A78CC69C99F1}" srcId="{DFE07E0A-D6B0-3E4A-9085-A93FF730BF3D}" destId="{0A446444-D1F1-3748-B3AD-811C9994ECAD}" srcOrd="0" destOrd="0" parTransId="{3882AFBF-B2B7-6E4F-A01F-B5F415D790EB}" sibTransId="{F2837CBA-84AE-CF43-B159-BC7FAB2E634E}"/>
    <dgm:cxn modelId="{860A9F92-3D09-4B41-839C-FC03B51B82D7}" srcId="{DFE07E0A-D6B0-3E4A-9085-A93FF730BF3D}" destId="{EC6D7474-EDFD-D045-B710-6FA75F6DDD40}" srcOrd="1" destOrd="0" parTransId="{DDC252F9-AC9C-5C4C-BFCD-0AD97B10782E}" sibTransId="{6A0E8104-C2D2-224E-A5EF-E60CC6E537A0}"/>
    <dgm:cxn modelId="{4DC57496-C1CE-B244-93FD-6485DDE08EDA}" type="presOf" srcId="{2D4C13DB-091F-9048-84C3-71722D6AF861}" destId="{B5969857-9FCB-5B40-A0E9-FABCB56E3137}" srcOrd="0" destOrd="1" presId="urn:microsoft.com/office/officeart/2005/8/layout/vProcess5"/>
    <dgm:cxn modelId="{06FC7499-BEAD-A045-9C26-ACFB35D32928}" type="presOf" srcId="{0A446444-D1F1-3748-B3AD-811C9994ECAD}" destId="{80A295BD-E97B-4A4C-B94A-9454A546BB89}" srcOrd="1" destOrd="0" presId="urn:microsoft.com/office/officeart/2005/8/layout/vProcess5"/>
    <dgm:cxn modelId="{9B95BB9E-8562-224D-BCA0-A11DE28EFC3D}" type="presOf" srcId="{0A446444-D1F1-3748-B3AD-811C9994ECAD}" destId="{B5969857-9FCB-5B40-A0E9-FABCB56E3137}" srcOrd="0" destOrd="0" presId="urn:microsoft.com/office/officeart/2005/8/layout/vProcess5"/>
    <dgm:cxn modelId="{ADF8DD9E-7B92-8442-BB92-EC63A6B51497}" srcId="{26ACDD0C-B043-A045-A739-5B4365C03A92}" destId="{95CBC584-994B-8048-B7C2-BCE8F4FD1E12}" srcOrd="0" destOrd="0" parTransId="{871707F4-D928-AB40-89D1-22C21F42589D}" sibTransId="{90A53E9F-E7B3-C24F-BAC5-92CE9A95878E}"/>
    <dgm:cxn modelId="{5E9200A4-8A3D-8D43-B331-B86266535D56}" type="presOf" srcId="{C3249176-DCB8-EC42-BF19-F78388E8CD67}" destId="{569F8F6A-D012-EF47-A20A-A8D26ABE95CE}" srcOrd="0" destOrd="2" presId="urn:microsoft.com/office/officeart/2005/8/layout/vProcess5"/>
    <dgm:cxn modelId="{754F8EA7-7CD6-8546-A5F5-124F0B3089DB}" srcId="{52F471FF-1BA3-BC42-AAC6-03E225A900AF}" destId="{C3249176-DCB8-EC42-BF19-F78388E8CD67}" srcOrd="0" destOrd="0" parTransId="{D726BB38-536C-DA44-B84C-A2C9B6CD62AF}" sibTransId="{50AC27B5-C1EE-F44E-B189-1C7C5BB42FB0}"/>
    <dgm:cxn modelId="{E7C964B6-E9F6-B545-B7EB-3B33A319C649}" srcId="{EC6D7474-EDFD-D045-B710-6FA75F6DDD40}" destId="{52F471FF-1BA3-BC42-AAC6-03E225A900AF}" srcOrd="0" destOrd="0" parTransId="{117DA0A5-F8B0-6040-A324-4311CE97523B}" sibTransId="{E2271B59-4973-6E4B-BBAB-9DA3C454BA9F}"/>
    <dgm:cxn modelId="{1D6318BA-EF9C-5C43-88A8-C284667D7394}" srcId="{26ACDD0C-B043-A045-A739-5B4365C03A92}" destId="{017CC2F9-C67B-F440-ABFA-03DB6797D308}" srcOrd="1" destOrd="0" parTransId="{D69EEF9F-FC39-FE49-8410-6C568A8DD8E3}" sibTransId="{1C570264-8583-C849-9EEF-A5F066D15880}"/>
    <dgm:cxn modelId="{A123C7BC-0E34-294E-83A1-FD9FDD87B931}" srcId="{E9171748-CAEF-8D4C-847D-8FBEB3EA4D75}" destId="{603BFCD4-CE03-7248-92EC-586798B09C09}" srcOrd="0" destOrd="0" parTransId="{15DFC93A-289E-9943-8CA3-7CCC72AC2FC5}" sibTransId="{D3E93F7D-22DA-8048-A2D2-5EFF6659F3D7}"/>
    <dgm:cxn modelId="{2EA462BE-056B-D540-B8A9-3A0A6E109671}" type="presOf" srcId="{95CBC584-994B-8048-B7C2-BCE8F4FD1E12}" destId="{B5969857-9FCB-5B40-A0E9-FABCB56E3137}" srcOrd="0" destOrd="3" presId="urn:microsoft.com/office/officeart/2005/8/layout/vProcess5"/>
    <dgm:cxn modelId="{8C14CBCF-2748-4F44-A23C-0C6BC2BE9C12}" srcId="{DFE07E0A-D6B0-3E4A-9085-A93FF730BF3D}" destId="{E9171748-CAEF-8D4C-847D-8FBEB3EA4D75}" srcOrd="2" destOrd="0" parTransId="{E7402CA1-583C-1242-8D35-0CC4D8693EF4}" sibTransId="{F94049D3-4736-8346-9F15-94017AEF3F75}"/>
    <dgm:cxn modelId="{E8A797D0-0523-7B4E-845B-8101FB3740C1}" type="presOf" srcId="{F2837CBA-84AE-CF43-B159-BC7FAB2E634E}" destId="{E113A162-24EF-C447-BE8C-D8A99ABC32A3}" srcOrd="0" destOrd="0" presId="urn:microsoft.com/office/officeart/2005/8/layout/vProcess5"/>
    <dgm:cxn modelId="{0C11A8D5-5FE0-C446-97B0-889E3CD91281}" type="presOf" srcId="{EC6D7474-EDFD-D045-B710-6FA75F6DDD40}" destId="{E0EDC829-990A-E841-BE6C-3889C8E18E24}" srcOrd="1" destOrd="0" presId="urn:microsoft.com/office/officeart/2005/8/layout/vProcess5"/>
    <dgm:cxn modelId="{DFC566E3-3BF4-8A46-91D9-5B29045F31AD}" type="presOf" srcId="{6A0E8104-C2D2-224E-A5EF-E60CC6E537A0}" destId="{E5AF424C-5AE9-B74F-92C8-54F168ACC9B7}" srcOrd="0" destOrd="0" presId="urn:microsoft.com/office/officeart/2005/8/layout/vProcess5"/>
    <dgm:cxn modelId="{B22A04E8-7E99-914B-8A23-97B563F99503}" type="presOf" srcId="{26ACDD0C-B043-A045-A739-5B4365C03A92}" destId="{80A295BD-E97B-4A4C-B94A-9454A546BB89}" srcOrd="1" destOrd="2" presId="urn:microsoft.com/office/officeart/2005/8/layout/vProcess5"/>
    <dgm:cxn modelId="{480281E8-3421-6B43-AEF5-97A8D82DB548}" type="presOf" srcId="{E9171748-CAEF-8D4C-847D-8FBEB3EA4D75}" destId="{78700E3A-1517-9B44-B8EC-FB4EFC2A2226}" srcOrd="0" destOrd="0" presId="urn:microsoft.com/office/officeart/2005/8/layout/vProcess5"/>
    <dgm:cxn modelId="{9FE75940-7AD2-B643-850A-8F771BF144F0}" type="presParOf" srcId="{84C46DEC-5AE3-DA44-8099-027CBAFD9B75}" destId="{CCC20181-16D8-3E47-A372-5F0A52E23B1C}" srcOrd="0" destOrd="0" presId="urn:microsoft.com/office/officeart/2005/8/layout/vProcess5"/>
    <dgm:cxn modelId="{F8389C8E-5DB8-2847-A758-BFBEF2AADE1C}" type="presParOf" srcId="{84C46DEC-5AE3-DA44-8099-027CBAFD9B75}" destId="{B5969857-9FCB-5B40-A0E9-FABCB56E3137}" srcOrd="1" destOrd="0" presId="urn:microsoft.com/office/officeart/2005/8/layout/vProcess5"/>
    <dgm:cxn modelId="{B25B0447-F066-784E-AA6A-6AD4567B112B}" type="presParOf" srcId="{84C46DEC-5AE3-DA44-8099-027CBAFD9B75}" destId="{569F8F6A-D012-EF47-A20A-A8D26ABE95CE}" srcOrd="2" destOrd="0" presId="urn:microsoft.com/office/officeart/2005/8/layout/vProcess5"/>
    <dgm:cxn modelId="{1B7B04A8-98E4-1C41-A385-D2B75255FB5A}" type="presParOf" srcId="{84C46DEC-5AE3-DA44-8099-027CBAFD9B75}" destId="{78700E3A-1517-9B44-B8EC-FB4EFC2A2226}" srcOrd="3" destOrd="0" presId="urn:microsoft.com/office/officeart/2005/8/layout/vProcess5"/>
    <dgm:cxn modelId="{20A8DA86-DD3A-854F-A476-754B6C0A3B58}" type="presParOf" srcId="{84C46DEC-5AE3-DA44-8099-027CBAFD9B75}" destId="{E113A162-24EF-C447-BE8C-D8A99ABC32A3}" srcOrd="4" destOrd="0" presId="urn:microsoft.com/office/officeart/2005/8/layout/vProcess5"/>
    <dgm:cxn modelId="{2C1C8E02-8DA7-C249-AAF9-F06536FA5C28}" type="presParOf" srcId="{84C46DEC-5AE3-DA44-8099-027CBAFD9B75}" destId="{E5AF424C-5AE9-B74F-92C8-54F168ACC9B7}" srcOrd="5" destOrd="0" presId="urn:microsoft.com/office/officeart/2005/8/layout/vProcess5"/>
    <dgm:cxn modelId="{1FE376C6-4BCD-684D-B35F-191C60A8D19F}" type="presParOf" srcId="{84C46DEC-5AE3-DA44-8099-027CBAFD9B75}" destId="{80A295BD-E97B-4A4C-B94A-9454A546BB89}" srcOrd="6" destOrd="0" presId="urn:microsoft.com/office/officeart/2005/8/layout/vProcess5"/>
    <dgm:cxn modelId="{4762800B-B587-FF47-8E16-4EB1C9266175}" type="presParOf" srcId="{84C46DEC-5AE3-DA44-8099-027CBAFD9B75}" destId="{E0EDC829-990A-E841-BE6C-3889C8E18E24}" srcOrd="7" destOrd="0" presId="urn:microsoft.com/office/officeart/2005/8/layout/vProcess5"/>
    <dgm:cxn modelId="{8CEBBB52-35E6-D643-9AAB-955597EC0394}" type="presParOf" srcId="{84C46DEC-5AE3-DA44-8099-027CBAFD9B75}" destId="{EA3FCD36-5BAC-B546-8DB4-FCE49AD0A35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9B5B14-D763-9542-941F-AE297A0995F8}" type="doc">
      <dgm:prSet loTypeId="urn:microsoft.com/office/officeart/2005/8/layout/chevron1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0CBA135E-B86D-0549-8C87-423D0F7372B9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b="1" dirty="0"/>
            <a:t>1</a:t>
          </a:r>
          <a:endParaRPr lang="en-FR" dirty="0"/>
        </a:p>
      </dgm:t>
    </dgm:pt>
    <dgm:pt modelId="{53A20628-F644-744B-8C5F-4997F15B213B}" type="parTrans" cxnId="{F80A4EAC-9B8C-FB45-A9BD-A23A7013BF0C}">
      <dgm:prSet/>
      <dgm:spPr/>
      <dgm:t>
        <a:bodyPr/>
        <a:lstStyle/>
        <a:p>
          <a:endParaRPr lang="en-GB"/>
        </a:p>
      </dgm:t>
    </dgm:pt>
    <dgm:pt modelId="{E2233493-9B46-EA40-A12B-6C819B1474B7}" type="sibTrans" cxnId="{F80A4EAC-9B8C-FB45-A9BD-A23A7013BF0C}">
      <dgm:prSet/>
      <dgm:spPr/>
      <dgm:t>
        <a:bodyPr/>
        <a:lstStyle/>
        <a:p>
          <a:endParaRPr lang="en-GB"/>
        </a:p>
      </dgm:t>
    </dgm:pt>
    <dgm:pt modelId="{922861C6-5C44-1546-9F4E-EE1FE7B888CE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2</a:t>
          </a:r>
        </a:p>
      </dgm:t>
    </dgm:pt>
    <dgm:pt modelId="{2346346D-E07C-BB49-A785-F4938F550340}" type="parTrans" cxnId="{709018A3-B80A-2240-B3FF-53467167603F}">
      <dgm:prSet/>
      <dgm:spPr/>
      <dgm:t>
        <a:bodyPr/>
        <a:lstStyle/>
        <a:p>
          <a:endParaRPr lang="en-GB"/>
        </a:p>
      </dgm:t>
    </dgm:pt>
    <dgm:pt modelId="{EA067650-3F1A-8644-8C71-B10D4B4E2B12}" type="sibTrans" cxnId="{709018A3-B80A-2240-B3FF-53467167603F}">
      <dgm:prSet/>
      <dgm:spPr/>
      <dgm:t>
        <a:bodyPr/>
        <a:lstStyle/>
        <a:p>
          <a:endParaRPr lang="en-GB"/>
        </a:p>
      </dgm:t>
    </dgm:pt>
    <dgm:pt modelId="{0E33E150-61D6-8F4F-96EA-47E156C3090B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3</a:t>
          </a:r>
        </a:p>
      </dgm:t>
    </dgm:pt>
    <dgm:pt modelId="{3E4D1FF8-4294-264B-9A47-A6B5F1E26585}" type="parTrans" cxnId="{303BF52F-4978-B146-940B-CCDE65A55D99}">
      <dgm:prSet/>
      <dgm:spPr/>
      <dgm:t>
        <a:bodyPr/>
        <a:lstStyle/>
        <a:p>
          <a:endParaRPr lang="en-GB"/>
        </a:p>
      </dgm:t>
    </dgm:pt>
    <dgm:pt modelId="{79E63104-40B0-A64A-9325-468B9755728E}" type="sibTrans" cxnId="{303BF52F-4978-B146-940B-CCDE65A55D99}">
      <dgm:prSet/>
      <dgm:spPr/>
      <dgm:t>
        <a:bodyPr/>
        <a:lstStyle/>
        <a:p>
          <a:endParaRPr lang="en-GB"/>
        </a:p>
      </dgm:t>
    </dgm:pt>
    <dgm:pt modelId="{501C3256-7179-C649-BB1F-F5EE53573308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4</a:t>
          </a:r>
        </a:p>
      </dgm:t>
    </dgm:pt>
    <dgm:pt modelId="{F4163947-992A-9E44-BD35-71FDB02B403A}" type="parTrans" cxnId="{1E7ECB5F-DBE9-D643-B159-B2EDC11086D6}">
      <dgm:prSet/>
      <dgm:spPr/>
      <dgm:t>
        <a:bodyPr/>
        <a:lstStyle/>
        <a:p>
          <a:endParaRPr lang="en-GB"/>
        </a:p>
      </dgm:t>
    </dgm:pt>
    <dgm:pt modelId="{EFE9084E-55F7-D641-BB50-294B52B35406}" type="sibTrans" cxnId="{1E7ECB5F-DBE9-D643-B159-B2EDC11086D6}">
      <dgm:prSet/>
      <dgm:spPr/>
      <dgm:t>
        <a:bodyPr/>
        <a:lstStyle/>
        <a:p>
          <a:endParaRPr lang="en-GB"/>
        </a:p>
      </dgm:t>
    </dgm:pt>
    <dgm:pt modelId="{41AD2A16-5ED6-7F40-9376-7C2AE9A57662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5</a:t>
          </a:r>
        </a:p>
      </dgm:t>
    </dgm:pt>
    <dgm:pt modelId="{36108FAF-8079-3F47-8CF0-ABE3BB3C8CAC}" type="parTrans" cxnId="{8B7EFD82-320C-AE41-B6BD-21020DF42133}">
      <dgm:prSet/>
      <dgm:spPr/>
      <dgm:t>
        <a:bodyPr/>
        <a:lstStyle/>
        <a:p>
          <a:endParaRPr lang="en-GB"/>
        </a:p>
      </dgm:t>
    </dgm:pt>
    <dgm:pt modelId="{DF0F89EF-0924-B54D-8F48-F34B5036B6B8}" type="sibTrans" cxnId="{8B7EFD82-320C-AE41-B6BD-21020DF42133}">
      <dgm:prSet/>
      <dgm:spPr/>
      <dgm:t>
        <a:bodyPr/>
        <a:lstStyle/>
        <a:p>
          <a:endParaRPr lang="en-GB"/>
        </a:p>
      </dgm:t>
    </dgm:pt>
    <dgm:pt modelId="{D510C43F-859A-4A46-9141-FD7BAA9ABD04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6</a:t>
          </a:r>
        </a:p>
      </dgm:t>
    </dgm:pt>
    <dgm:pt modelId="{60402670-9F59-E34C-B372-429A60384AFB}" type="parTrans" cxnId="{E0296885-5F51-C449-8664-CCAAE8BC90B1}">
      <dgm:prSet/>
      <dgm:spPr/>
      <dgm:t>
        <a:bodyPr/>
        <a:lstStyle/>
        <a:p>
          <a:endParaRPr lang="en-GB"/>
        </a:p>
      </dgm:t>
    </dgm:pt>
    <dgm:pt modelId="{FA6D2B29-6F48-DF45-AF89-7C38FABC5D84}" type="sibTrans" cxnId="{E0296885-5F51-C449-8664-CCAAE8BC90B1}">
      <dgm:prSet/>
      <dgm:spPr/>
      <dgm:t>
        <a:bodyPr/>
        <a:lstStyle/>
        <a:p>
          <a:endParaRPr lang="en-GB"/>
        </a:p>
      </dgm:t>
    </dgm:pt>
    <dgm:pt modelId="{A12F731E-06EC-A947-A9B5-C4DA1AAC89DF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7</a:t>
          </a:r>
        </a:p>
      </dgm:t>
    </dgm:pt>
    <dgm:pt modelId="{E70090A1-6952-7643-B724-F9D8E8A8CD49}" type="parTrans" cxnId="{E5935A00-CC85-284E-A026-9DEECA4EAE4C}">
      <dgm:prSet/>
      <dgm:spPr/>
      <dgm:t>
        <a:bodyPr/>
        <a:lstStyle/>
        <a:p>
          <a:endParaRPr lang="en-GB"/>
        </a:p>
      </dgm:t>
    </dgm:pt>
    <dgm:pt modelId="{BDF53AB2-1216-C242-B440-C224AC455732}" type="sibTrans" cxnId="{E5935A00-CC85-284E-A026-9DEECA4EAE4C}">
      <dgm:prSet/>
      <dgm:spPr/>
      <dgm:t>
        <a:bodyPr/>
        <a:lstStyle/>
        <a:p>
          <a:endParaRPr lang="en-GB"/>
        </a:p>
      </dgm:t>
    </dgm:pt>
    <dgm:pt modelId="{4136BC59-4FFB-9144-81E7-F7AC94E87F98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8</a:t>
          </a:r>
        </a:p>
      </dgm:t>
    </dgm:pt>
    <dgm:pt modelId="{AA080DFE-98BF-1049-B938-AA0B951690CF}" type="parTrans" cxnId="{970E6519-F252-8C44-9B24-8AF3EFD0C010}">
      <dgm:prSet/>
      <dgm:spPr/>
      <dgm:t>
        <a:bodyPr/>
        <a:lstStyle/>
        <a:p>
          <a:endParaRPr lang="en-GB"/>
        </a:p>
      </dgm:t>
    </dgm:pt>
    <dgm:pt modelId="{9EB504F0-E98B-C24E-BFD0-0DE415CDEBBA}" type="sibTrans" cxnId="{970E6519-F252-8C44-9B24-8AF3EFD0C010}">
      <dgm:prSet/>
      <dgm:spPr/>
      <dgm:t>
        <a:bodyPr/>
        <a:lstStyle/>
        <a:p>
          <a:endParaRPr lang="en-GB"/>
        </a:p>
      </dgm:t>
    </dgm:pt>
    <dgm:pt modelId="{C2011BEA-9B75-4341-B9C0-E994F30B0BE9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9</a:t>
          </a:r>
        </a:p>
      </dgm:t>
    </dgm:pt>
    <dgm:pt modelId="{F7003E87-40EE-4E4B-8575-79F9C3CECF8C}" type="parTrans" cxnId="{A51D0C71-FD8F-0447-B880-8044FA0728C6}">
      <dgm:prSet/>
      <dgm:spPr/>
      <dgm:t>
        <a:bodyPr/>
        <a:lstStyle/>
        <a:p>
          <a:endParaRPr lang="en-GB"/>
        </a:p>
      </dgm:t>
    </dgm:pt>
    <dgm:pt modelId="{F2471AB1-AE52-D443-BD79-FD10AC1E2028}" type="sibTrans" cxnId="{A51D0C71-FD8F-0447-B880-8044FA0728C6}">
      <dgm:prSet/>
      <dgm:spPr/>
      <dgm:t>
        <a:bodyPr/>
        <a:lstStyle/>
        <a:p>
          <a:endParaRPr lang="en-GB"/>
        </a:p>
      </dgm:t>
    </dgm:pt>
    <dgm:pt modelId="{CA8EB416-DF67-5A42-A615-8FFB95EAF8CD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10</a:t>
          </a:r>
        </a:p>
      </dgm:t>
    </dgm:pt>
    <dgm:pt modelId="{1C5EF6EE-0157-8243-BDEE-E791994DEFEB}" type="parTrans" cxnId="{69B44D34-8B5C-FE47-9569-A19E91F3D054}">
      <dgm:prSet/>
      <dgm:spPr/>
      <dgm:t>
        <a:bodyPr/>
        <a:lstStyle/>
        <a:p>
          <a:endParaRPr lang="en-GB"/>
        </a:p>
      </dgm:t>
    </dgm:pt>
    <dgm:pt modelId="{AD87CA5D-A689-E94D-B3EF-47B78DB56EF8}" type="sibTrans" cxnId="{69B44D34-8B5C-FE47-9569-A19E91F3D054}">
      <dgm:prSet/>
      <dgm:spPr/>
      <dgm:t>
        <a:bodyPr/>
        <a:lstStyle/>
        <a:p>
          <a:endParaRPr lang="en-GB"/>
        </a:p>
      </dgm:t>
    </dgm:pt>
    <dgm:pt modelId="{30FEC6B6-9C0F-4E41-A9F3-79F95EC2DF61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11</a:t>
          </a:r>
        </a:p>
      </dgm:t>
    </dgm:pt>
    <dgm:pt modelId="{24BF5CE2-15A1-584C-8EB2-21B59ABD69B7}" type="parTrans" cxnId="{18286A7F-DBBF-E749-A1CE-C6FB68957F94}">
      <dgm:prSet/>
      <dgm:spPr/>
      <dgm:t>
        <a:bodyPr/>
        <a:lstStyle/>
        <a:p>
          <a:endParaRPr lang="en-GB"/>
        </a:p>
      </dgm:t>
    </dgm:pt>
    <dgm:pt modelId="{3A9EF99C-A8D2-3144-BB31-E6B3138BA892}" type="sibTrans" cxnId="{18286A7F-DBBF-E749-A1CE-C6FB68957F94}">
      <dgm:prSet/>
      <dgm:spPr/>
      <dgm:t>
        <a:bodyPr/>
        <a:lstStyle/>
        <a:p>
          <a:endParaRPr lang="en-GB"/>
        </a:p>
      </dgm:t>
    </dgm:pt>
    <dgm:pt modelId="{DC65F722-846B-7A42-864F-0893FC7920A1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12</a:t>
          </a:r>
        </a:p>
      </dgm:t>
    </dgm:pt>
    <dgm:pt modelId="{7E69D9B4-22D1-DE4A-A6C7-D3EA23E541B6}" type="parTrans" cxnId="{230F647D-2EEC-3B44-BE5D-B8508D563B89}">
      <dgm:prSet/>
      <dgm:spPr/>
      <dgm:t>
        <a:bodyPr/>
        <a:lstStyle/>
        <a:p>
          <a:endParaRPr lang="en-GB"/>
        </a:p>
      </dgm:t>
    </dgm:pt>
    <dgm:pt modelId="{2B2A9AAE-E882-6741-A482-3AAB918B4FB6}" type="sibTrans" cxnId="{230F647D-2EEC-3B44-BE5D-B8508D563B89}">
      <dgm:prSet/>
      <dgm:spPr/>
      <dgm:t>
        <a:bodyPr/>
        <a:lstStyle/>
        <a:p>
          <a:endParaRPr lang="en-GB"/>
        </a:p>
      </dgm:t>
    </dgm:pt>
    <dgm:pt modelId="{AECB4F2E-8F1D-CA45-824F-94509205ACA1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13</a:t>
          </a:r>
        </a:p>
      </dgm:t>
    </dgm:pt>
    <dgm:pt modelId="{F03683CA-BB7C-264D-83FC-55BF4F83F857}" type="parTrans" cxnId="{13EF2517-AA7D-064B-AC82-26AAC8399BE0}">
      <dgm:prSet/>
      <dgm:spPr/>
      <dgm:t>
        <a:bodyPr/>
        <a:lstStyle/>
        <a:p>
          <a:endParaRPr lang="en-GB"/>
        </a:p>
      </dgm:t>
    </dgm:pt>
    <dgm:pt modelId="{B6D6ED7D-B489-B248-AF1A-67C858A544AF}" type="sibTrans" cxnId="{13EF2517-AA7D-064B-AC82-26AAC8399BE0}">
      <dgm:prSet/>
      <dgm:spPr/>
      <dgm:t>
        <a:bodyPr/>
        <a:lstStyle/>
        <a:p>
          <a:endParaRPr lang="en-GB"/>
        </a:p>
      </dgm:t>
    </dgm:pt>
    <dgm:pt modelId="{18D111E9-2A44-244C-9CA4-CA6F23EC255C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14</a:t>
          </a:r>
        </a:p>
      </dgm:t>
    </dgm:pt>
    <dgm:pt modelId="{BBA4ADF4-BF24-4F41-B782-16C4568F4625}" type="parTrans" cxnId="{C3629CF8-4EDE-7245-9A06-FDF56B3EEFE7}">
      <dgm:prSet/>
      <dgm:spPr/>
      <dgm:t>
        <a:bodyPr/>
        <a:lstStyle/>
        <a:p>
          <a:endParaRPr lang="en-GB"/>
        </a:p>
      </dgm:t>
    </dgm:pt>
    <dgm:pt modelId="{1C6A4A06-CF34-BF48-9905-C010AC0BEF17}" type="sibTrans" cxnId="{C3629CF8-4EDE-7245-9A06-FDF56B3EEFE7}">
      <dgm:prSet/>
      <dgm:spPr/>
      <dgm:t>
        <a:bodyPr/>
        <a:lstStyle/>
        <a:p>
          <a:endParaRPr lang="en-GB"/>
        </a:p>
      </dgm:t>
    </dgm:pt>
    <dgm:pt modelId="{530C7B0A-F7FE-1746-9C1A-E945E2C494BB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16</a:t>
          </a:r>
        </a:p>
      </dgm:t>
    </dgm:pt>
    <dgm:pt modelId="{F7C496D3-9058-B74D-8695-520F5000C48A}" type="parTrans" cxnId="{39CDCB24-CB5E-354A-8C57-25949279E4D8}">
      <dgm:prSet/>
      <dgm:spPr/>
      <dgm:t>
        <a:bodyPr/>
        <a:lstStyle/>
        <a:p>
          <a:endParaRPr lang="en-GB"/>
        </a:p>
      </dgm:t>
    </dgm:pt>
    <dgm:pt modelId="{AA60B3AF-CD96-EC4A-B96F-2D807D2C9E29}" type="sibTrans" cxnId="{39CDCB24-CB5E-354A-8C57-25949279E4D8}">
      <dgm:prSet/>
      <dgm:spPr/>
      <dgm:t>
        <a:bodyPr/>
        <a:lstStyle/>
        <a:p>
          <a:endParaRPr lang="en-GB"/>
        </a:p>
      </dgm:t>
    </dgm:pt>
    <dgm:pt modelId="{979E13E1-5CA0-A14C-9968-B26C78D099F5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17</a:t>
          </a:r>
        </a:p>
      </dgm:t>
    </dgm:pt>
    <dgm:pt modelId="{0BBEB4E9-6B65-2D4A-9280-ED8F767AD3CC}" type="parTrans" cxnId="{FEDE6990-8FC8-DC45-B5AC-2D360B5A6B7A}">
      <dgm:prSet/>
      <dgm:spPr/>
      <dgm:t>
        <a:bodyPr/>
        <a:lstStyle/>
        <a:p>
          <a:endParaRPr lang="en-GB"/>
        </a:p>
      </dgm:t>
    </dgm:pt>
    <dgm:pt modelId="{7654DB85-9994-284E-83A5-562EFDEC5A2D}" type="sibTrans" cxnId="{FEDE6990-8FC8-DC45-B5AC-2D360B5A6B7A}">
      <dgm:prSet/>
      <dgm:spPr/>
      <dgm:t>
        <a:bodyPr/>
        <a:lstStyle/>
        <a:p>
          <a:endParaRPr lang="en-GB"/>
        </a:p>
      </dgm:t>
    </dgm:pt>
    <dgm:pt modelId="{56D868A8-3577-7E43-9B1E-F9DF8180C0E6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18</a:t>
          </a:r>
        </a:p>
      </dgm:t>
    </dgm:pt>
    <dgm:pt modelId="{92A67E34-D128-B04A-8082-31BA6104EA6B}" type="parTrans" cxnId="{DEB0E4D8-FE3B-5240-B8B1-AB88C5596946}">
      <dgm:prSet/>
      <dgm:spPr/>
      <dgm:t>
        <a:bodyPr/>
        <a:lstStyle/>
        <a:p>
          <a:endParaRPr lang="en-GB"/>
        </a:p>
      </dgm:t>
    </dgm:pt>
    <dgm:pt modelId="{C2245104-DC35-0A4D-85BC-0F49B44FF148}" type="sibTrans" cxnId="{DEB0E4D8-FE3B-5240-B8B1-AB88C5596946}">
      <dgm:prSet/>
      <dgm:spPr/>
      <dgm:t>
        <a:bodyPr/>
        <a:lstStyle/>
        <a:p>
          <a:endParaRPr lang="en-GB"/>
        </a:p>
      </dgm:t>
    </dgm:pt>
    <dgm:pt modelId="{EB517E6F-C177-A245-9757-D259617513E8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FR" dirty="0"/>
            <a:t>15</a:t>
          </a:r>
        </a:p>
      </dgm:t>
    </dgm:pt>
    <dgm:pt modelId="{C9BAEF15-0F94-B446-AF0F-F2FB126712F4}" type="sibTrans" cxnId="{E9657119-204E-6542-990A-98BE7565C83B}">
      <dgm:prSet/>
      <dgm:spPr/>
      <dgm:t>
        <a:bodyPr/>
        <a:lstStyle/>
        <a:p>
          <a:endParaRPr lang="en-GB"/>
        </a:p>
      </dgm:t>
    </dgm:pt>
    <dgm:pt modelId="{3D5B8104-DF89-744D-A59A-5965A4CF4135}" type="parTrans" cxnId="{E9657119-204E-6542-990A-98BE7565C83B}">
      <dgm:prSet/>
      <dgm:spPr/>
      <dgm:t>
        <a:bodyPr/>
        <a:lstStyle/>
        <a:p>
          <a:endParaRPr lang="en-GB"/>
        </a:p>
      </dgm:t>
    </dgm:pt>
    <dgm:pt modelId="{C1E2266E-74E3-414D-B150-DE77A37AC796}" type="pres">
      <dgm:prSet presAssocID="{B79B5B14-D763-9542-941F-AE297A0995F8}" presName="Name0" presStyleCnt="0">
        <dgm:presLayoutVars>
          <dgm:dir/>
          <dgm:animLvl val="lvl"/>
          <dgm:resizeHandles val="exact"/>
        </dgm:presLayoutVars>
      </dgm:prSet>
      <dgm:spPr/>
    </dgm:pt>
    <dgm:pt modelId="{BB647990-B3B9-1C46-87F7-A6F40CFC3A02}" type="pres">
      <dgm:prSet presAssocID="{0CBA135E-B86D-0549-8C87-423D0F7372B9}" presName="parTxOnly" presStyleLbl="node1" presStyleIdx="0" presStyleCnt="18">
        <dgm:presLayoutVars>
          <dgm:chMax val="0"/>
          <dgm:chPref val="0"/>
          <dgm:bulletEnabled val="1"/>
        </dgm:presLayoutVars>
      </dgm:prSet>
      <dgm:spPr/>
    </dgm:pt>
    <dgm:pt modelId="{0E75EF69-EEB9-2148-90DA-ADD3072EE433}" type="pres">
      <dgm:prSet presAssocID="{E2233493-9B46-EA40-A12B-6C819B1474B7}" presName="parTxOnlySpace" presStyleCnt="0"/>
      <dgm:spPr/>
    </dgm:pt>
    <dgm:pt modelId="{D946FBF6-0A2F-BC46-9B94-5879F439DFC6}" type="pres">
      <dgm:prSet presAssocID="{922861C6-5C44-1546-9F4E-EE1FE7B888CE}" presName="parTxOnly" presStyleLbl="node1" presStyleIdx="1" presStyleCnt="18">
        <dgm:presLayoutVars>
          <dgm:chMax val="0"/>
          <dgm:chPref val="0"/>
          <dgm:bulletEnabled val="1"/>
        </dgm:presLayoutVars>
      </dgm:prSet>
      <dgm:spPr/>
    </dgm:pt>
    <dgm:pt modelId="{40361037-08BD-DC4F-86D6-562CCEE94FCB}" type="pres">
      <dgm:prSet presAssocID="{EA067650-3F1A-8644-8C71-B10D4B4E2B12}" presName="parTxOnlySpace" presStyleCnt="0"/>
      <dgm:spPr/>
    </dgm:pt>
    <dgm:pt modelId="{477941FB-CE61-9347-97AC-2148120B30A6}" type="pres">
      <dgm:prSet presAssocID="{0E33E150-61D6-8F4F-96EA-47E156C3090B}" presName="parTxOnly" presStyleLbl="node1" presStyleIdx="2" presStyleCnt="18">
        <dgm:presLayoutVars>
          <dgm:chMax val="0"/>
          <dgm:chPref val="0"/>
          <dgm:bulletEnabled val="1"/>
        </dgm:presLayoutVars>
      </dgm:prSet>
      <dgm:spPr/>
    </dgm:pt>
    <dgm:pt modelId="{6149DA8D-C080-2547-BD85-0B9032F7503F}" type="pres">
      <dgm:prSet presAssocID="{79E63104-40B0-A64A-9325-468B9755728E}" presName="parTxOnlySpace" presStyleCnt="0"/>
      <dgm:spPr/>
    </dgm:pt>
    <dgm:pt modelId="{487B5AB9-3E5C-FC46-95DB-841BB6A1C030}" type="pres">
      <dgm:prSet presAssocID="{501C3256-7179-C649-BB1F-F5EE53573308}" presName="parTxOnly" presStyleLbl="node1" presStyleIdx="3" presStyleCnt="18">
        <dgm:presLayoutVars>
          <dgm:chMax val="0"/>
          <dgm:chPref val="0"/>
          <dgm:bulletEnabled val="1"/>
        </dgm:presLayoutVars>
      </dgm:prSet>
      <dgm:spPr/>
    </dgm:pt>
    <dgm:pt modelId="{6CEE83B4-1321-264E-802C-B605C3A668B4}" type="pres">
      <dgm:prSet presAssocID="{EFE9084E-55F7-D641-BB50-294B52B35406}" presName="parTxOnlySpace" presStyleCnt="0"/>
      <dgm:spPr/>
    </dgm:pt>
    <dgm:pt modelId="{EB2E9814-A402-B649-AB39-DF4D2E00D438}" type="pres">
      <dgm:prSet presAssocID="{41AD2A16-5ED6-7F40-9376-7C2AE9A57662}" presName="parTxOnly" presStyleLbl="node1" presStyleIdx="4" presStyleCnt="18">
        <dgm:presLayoutVars>
          <dgm:chMax val="0"/>
          <dgm:chPref val="0"/>
          <dgm:bulletEnabled val="1"/>
        </dgm:presLayoutVars>
      </dgm:prSet>
      <dgm:spPr/>
    </dgm:pt>
    <dgm:pt modelId="{1DD50000-5B7B-8340-BCF4-8BE0666531F9}" type="pres">
      <dgm:prSet presAssocID="{DF0F89EF-0924-B54D-8F48-F34B5036B6B8}" presName="parTxOnlySpace" presStyleCnt="0"/>
      <dgm:spPr/>
    </dgm:pt>
    <dgm:pt modelId="{2A809F05-EF96-694A-A483-328CAEDFE325}" type="pres">
      <dgm:prSet presAssocID="{D510C43F-859A-4A46-9141-FD7BAA9ABD04}" presName="parTxOnly" presStyleLbl="node1" presStyleIdx="5" presStyleCnt="18">
        <dgm:presLayoutVars>
          <dgm:chMax val="0"/>
          <dgm:chPref val="0"/>
          <dgm:bulletEnabled val="1"/>
        </dgm:presLayoutVars>
      </dgm:prSet>
      <dgm:spPr/>
    </dgm:pt>
    <dgm:pt modelId="{3A70F4D4-36B9-AA4D-8071-2DA0F770ED33}" type="pres">
      <dgm:prSet presAssocID="{FA6D2B29-6F48-DF45-AF89-7C38FABC5D84}" presName="parTxOnlySpace" presStyleCnt="0"/>
      <dgm:spPr/>
    </dgm:pt>
    <dgm:pt modelId="{47B3DC8B-2C69-554F-8E80-997136EAFDC0}" type="pres">
      <dgm:prSet presAssocID="{A12F731E-06EC-A947-A9B5-C4DA1AAC89DF}" presName="parTxOnly" presStyleLbl="node1" presStyleIdx="6" presStyleCnt="18">
        <dgm:presLayoutVars>
          <dgm:chMax val="0"/>
          <dgm:chPref val="0"/>
          <dgm:bulletEnabled val="1"/>
        </dgm:presLayoutVars>
      </dgm:prSet>
      <dgm:spPr/>
    </dgm:pt>
    <dgm:pt modelId="{4B60EC67-86D4-B249-852A-AC981EB4069E}" type="pres">
      <dgm:prSet presAssocID="{BDF53AB2-1216-C242-B440-C224AC455732}" presName="parTxOnlySpace" presStyleCnt="0"/>
      <dgm:spPr/>
    </dgm:pt>
    <dgm:pt modelId="{B3C3A7F7-C2F3-0F47-BFAC-32FF43670A83}" type="pres">
      <dgm:prSet presAssocID="{4136BC59-4FFB-9144-81E7-F7AC94E87F98}" presName="parTxOnly" presStyleLbl="node1" presStyleIdx="7" presStyleCnt="18">
        <dgm:presLayoutVars>
          <dgm:chMax val="0"/>
          <dgm:chPref val="0"/>
          <dgm:bulletEnabled val="1"/>
        </dgm:presLayoutVars>
      </dgm:prSet>
      <dgm:spPr/>
    </dgm:pt>
    <dgm:pt modelId="{23E27047-DFC6-1149-8543-A08DC0A8116A}" type="pres">
      <dgm:prSet presAssocID="{9EB504F0-E98B-C24E-BFD0-0DE415CDEBBA}" presName="parTxOnlySpace" presStyleCnt="0"/>
      <dgm:spPr/>
    </dgm:pt>
    <dgm:pt modelId="{9265EA04-489E-1548-BBB5-6A185CDDF5D5}" type="pres">
      <dgm:prSet presAssocID="{C2011BEA-9B75-4341-B9C0-E994F30B0BE9}" presName="parTxOnly" presStyleLbl="node1" presStyleIdx="8" presStyleCnt="18">
        <dgm:presLayoutVars>
          <dgm:chMax val="0"/>
          <dgm:chPref val="0"/>
          <dgm:bulletEnabled val="1"/>
        </dgm:presLayoutVars>
      </dgm:prSet>
      <dgm:spPr/>
    </dgm:pt>
    <dgm:pt modelId="{14A2A497-A5FD-964D-892B-39EB3E3DC395}" type="pres">
      <dgm:prSet presAssocID="{F2471AB1-AE52-D443-BD79-FD10AC1E2028}" presName="parTxOnlySpace" presStyleCnt="0"/>
      <dgm:spPr/>
    </dgm:pt>
    <dgm:pt modelId="{BCF0178C-9394-3441-9D25-372E4D1E53C0}" type="pres">
      <dgm:prSet presAssocID="{CA8EB416-DF67-5A42-A615-8FFB95EAF8CD}" presName="parTxOnly" presStyleLbl="node1" presStyleIdx="9" presStyleCnt="18">
        <dgm:presLayoutVars>
          <dgm:chMax val="0"/>
          <dgm:chPref val="0"/>
          <dgm:bulletEnabled val="1"/>
        </dgm:presLayoutVars>
      </dgm:prSet>
      <dgm:spPr/>
    </dgm:pt>
    <dgm:pt modelId="{1909E0EE-B243-8A4D-A6A4-67AC275DCF62}" type="pres">
      <dgm:prSet presAssocID="{AD87CA5D-A689-E94D-B3EF-47B78DB56EF8}" presName="parTxOnlySpace" presStyleCnt="0"/>
      <dgm:spPr/>
    </dgm:pt>
    <dgm:pt modelId="{34F2073F-5475-D14E-8F9E-0821D9D5DDC4}" type="pres">
      <dgm:prSet presAssocID="{30FEC6B6-9C0F-4E41-A9F3-79F95EC2DF61}" presName="parTxOnly" presStyleLbl="node1" presStyleIdx="10" presStyleCnt="18">
        <dgm:presLayoutVars>
          <dgm:chMax val="0"/>
          <dgm:chPref val="0"/>
          <dgm:bulletEnabled val="1"/>
        </dgm:presLayoutVars>
      </dgm:prSet>
      <dgm:spPr/>
    </dgm:pt>
    <dgm:pt modelId="{90801291-9625-764F-938B-F9A6EEB43890}" type="pres">
      <dgm:prSet presAssocID="{3A9EF99C-A8D2-3144-BB31-E6B3138BA892}" presName="parTxOnlySpace" presStyleCnt="0"/>
      <dgm:spPr/>
    </dgm:pt>
    <dgm:pt modelId="{300E89FA-4A10-9A45-A2F2-876B9672B0CC}" type="pres">
      <dgm:prSet presAssocID="{DC65F722-846B-7A42-864F-0893FC7920A1}" presName="parTxOnly" presStyleLbl="node1" presStyleIdx="11" presStyleCnt="18">
        <dgm:presLayoutVars>
          <dgm:chMax val="0"/>
          <dgm:chPref val="0"/>
          <dgm:bulletEnabled val="1"/>
        </dgm:presLayoutVars>
      </dgm:prSet>
      <dgm:spPr/>
    </dgm:pt>
    <dgm:pt modelId="{21A4670A-21D6-034B-A2DF-14AD4AFEC794}" type="pres">
      <dgm:prSet presAssocID="{2B2A9AAE-E882-6741-A482-3AAB918B4FB6}" presName="parTxOnlySpace" presStyleCnt="0"/>
      <dgm:spPr/>
    </dgm:pt>
    <dgm:pt modelId="{5E9FAE17-A7B7-2047-ADC7-914F7F86196F}" type="pres">
      <dgm:prSet presAssocID="{AECB4F2E-8F1D-CA45-824F-94509205ACA1}" presName="parTxOnly" presStyleLbl="node1" presStyleIdx="12" presStyleCnt="18">
        <dgm:presLayoutVars>
          <dgm:chMax val="0"/>
          <dgm:chPref val="0"/>
          <dgm:bulletEnabled val="1"/>
        </dgm:presLayoutVars>
      </dgm:prSet>
      <dgm:spPr/>
    </dgm:pt>
    <dgm:pt modelId="{80042BD6-B7F7-F245-85DE-8808664BFA58}" type="pres">
      <dgm:prSet presAssocID="{B6D6ED7D-B489-B248-AF1A-67C858A544AF}" presName="parTxOnlySpace" presStyleCnt="0"/>
      <dgm:spPr/>
    </dgm:pt>
    <dgm:pt modelId="{95936676-A32B-3243-9333-0302D942A125}" type="pres">
      <dgm:prSet presAssocID="{18D111E9-2A44-244C-9CA4-CA6F23EC255C}" presName="parTxOnly" presStyleLbl="node1" presStyleIdx="13" presStyleCnt="18">
        <dgm:presLayoutVars>
          <dgm:chMax val="0"/>
          <dgm:chPref val="0"/>
          <dgm:bulletEnabled val="1"/>
        </dgm:presLayoutVars>
      </dgm:prSet>
      <dgm:spPr/>
    </dgm:pt>
    <dgm:pt modelId="{511E3AEC-83A3-0144-9142-35DCA6145317}" type="pres">
      <dgm:prSet presAssocID="{1C6A4A06-CF34-BF48-9905-C010AC0BEF17}" presName="parTxOnlySpace" presStyleCnt="0"/>
      <dgm:spPr/>
    </dgm:pt>
    <dgm:pt modelId="{FD1892CD-EF67-6D41-AA59-42E373EE314B}" type="pres">
      <dgm:prSet presAssocID="{EB517E6F-C177-A245-9757-D259617513E8}" presName="parTxOnly" presStyleLbl="node1" presStyleIdx="14" presStyleCnt="18">
        <dgm:presLayoutVars>
          <dgm:chMax val="0"/>
          <dgm:chPref val="0"/>
          <dgm:bulletEnabled val="1"/>
        </dgm:presLayoutVars>
      </dgm:prSet>
      <dgm:spPr/>
    </dgm:pt>
    <dgm:pt modelId="{1165A5BC-F222-8840-9666-D804F2ACA15C}" type="pres">
      <dgm:prSet presAssocID="{C9BAEF15-0F94-B446-AF0F-F2FB126712F4}" presName="parTxOnlySpace" presStyleCnt="0"/>
      <dgm:spPr/>
    </dgm:pt>
    <dgm:pt modelId="{69DC2677-97C7-3A4A-88C7-2273EC330FB8}" type="pres">
      <dgm:prSet presAssocID="{530C7B0A-F7FE-1746-9C1A-E945E2C494BB}" presName="parTxOnly" presStyleLbl="node1" presStyleIdx="15" presStyleCnt="18">
        <dgm:presLayoutVars>
          <dgm:chMax val="0"/>
          <dgm:chPref val="0"/>
          <dgm:bulletEnabled val="1"/>
        </dgm:presLayoutVars>
      </dgm:prSet>
      <dgm:spPr/>
    </dgm:pt>
    <dgm:pt modelId="{88B02355-8490-AD4B-98FB-E8EA4ADEEE5F}" type="pres">
      <dgm:prSet presAssocID="{AA60B3AF-CD96-EC4A-B96F-2D807D2C9E29}" presName="parTxOnlySpace" presStyleCnt="0"/>
      <dgm:spPr/>
    </dgm:pt>
    <dgm:pt modelId="{70DD8E72-EC1D-2B4D-A3BE-BF55DBF49F61}" type="pres">
      <dgm:prSet presAssocID="{979E13E1-5CA0-A14C-9968-B26C78D099F5}" presName="parTxOnly" presStyleLbl="node1" presStyleIdx="16" presStyleCnt="18">
        <dgm:presLayoutVars>
          <dgm:chMax val="0"/>
          <dgm:chPref val="0"/>
          <dgm:bulletEnabled val="1"/>
        </dgm:presLayoutVars>
      </dgm:prSet>
      <dgm:spPr/>
    </dgm:pt>
    <dgm:pt modelId="{B5C77B94-43B6-3341-9479-194CA8E6FDE5}" type="pres">
      <dgm:prSet presAssocID="{7654DB85-9994-284E-83A5-562EFDEC5A2D}" presName="parTxOnlySpace" presStyleCnt="0"/>
      <dgm:spPr/>
    </dgm:pt>
    <dgm:pt modelId="{76BE0F97-B7D3-AB4D-BA54-5A4878D8E9A1}" type="pres">
      <dgm:prSet presAssocID="{56D868A8-3577-7E43-9B1E-F9DF8180C0E6}" presName="parTxOnly" presStyleLbl="node1" presStyleIdx="17" presStyleCnt="18">
        <dgm:presLayoutVars>
          <dgm:chMax val="0"/>
          <dgm:chPref val="0"/>
          <dgm:bulletEnabled val="1"/>
        </dgm:presLayoutVars>
      </dgm:prSet>
      <dgm:spPr/>
    </dgm:pt>
  </dgm:ptLst>
  <dgm:cxnLst>
    <dgm:cxn modelId="{E5935A00-CC85-284E-A026-9DEECA4EAE4C}" srcId="{B79B5B14-D763-9542-941F-AE297A0995F8}" destId="{A12F731E-06EC-A947-A9B5-C4DA1AAC89DF}" srcOrd="6" destOrd="0" parTransId="{E70090A1-6952-7643-B724-F9D8E8A8CD49}" sibTransId="{BDF53AB2-1216-C242-B440-C224AC455732}"/>
    <dgm:cxn modelId="{FC624611-6946-D04F-AD03-9B2803A40A7E}" type="presOf" srcId="{530C7B0A-F7FE-1746-9C1A-E945E2C494BB}" destId="{69DC2677-97C7-3A4A-88C7-2273EC330FB8}" srcOrd="0" destOrd="0" presId="urn:microsoft.com/office/officeart/2005/8/layout/chevron1"/>
    <dgm:cxn modelId="{13EF2517-AA7D-064B-AC82-26AAC8399BE0}" srcId="{B79B5B14-D763-9542-941F-AE297A0995F8}" destId="{AECB4F2E-8F1D-CA45-824F-94509205ACA1}" srcOrd="12" destOrd="0" parTransId="{F03683CA-BB7C-264D-83FC-55BF4F83F857}" sibTransId="{B6D6ED7D-B489-B248-AF1A-67C858A544AF}"/>
    <dgm:cxn modelId="{970E6519-F252-8C44-9B24-8AF3EFD0C010}" srcId="{B79B5B14-D763-9542-941F-AE297A0995F8}" destId="{4136BC59-4FFB-9144-81E7-F7AC94E87F98}" srcOrd="7" destOrd="0" parTransId="{AA080DFE-98BF-1049-B938-AA0B951690CF}" sibTransId="{9EB504F0-E98B-C24E-BFD0-0DE415CDEBBA}"/>
    <dgm:cxn modelId="{E9657119-204E-6542-990A-98BE7565C83B}" srcId="{B79B5B14-D763-9542-941F-AE297A0995F8}" destId="{EB517E6F-C177-A245-9757-D259617513E8}" srcOrd="14" destOrd="0" parTransId="{3D5B8104-DF89-744D-A59A-5965A4CF4135}" sibTransId="{C9BAEF15-0F94-B446-AF0F-F2FB126712F4}"/>
    <dgm:cxn modelId="{39CDCB24-CB5E-354A-8C57-25949279E4D8}" srcId="{B79B5B14-D763-9542-941F-AE297A0995F8}" destId="{530C7B0A-F7FE-1746-9C1A-E945E2C494BB}" srcOrd="15" destOrd="0" parTransId="{F7C496D3-9058-B74D-8695-520F5000C48A}" sibTransId="{AA60B3AF-CD96-EC4A-B96F-2D807D2C9E29}"/>
    <dgm:cxn modelId="{303BF52F-4978-B146-940B-CCDE65A55D99}" srcId="{B79B5B14-D763-9542-941F-AE297A0995F8}" destId="{0E33E150-61D6-8F4F-96EA-47E156C3090B}" srcOrd="2" destOrd="0" parTransId="{3E4D1FF8-4294-264B-9A47-A6B5F1E26585}" sibTransId="{79E63104-40B0-A64A-9325-468B9755728E}"/>
    <dgm:cxn modelId="{69B44D34-8B5C-FE47-9569-A19E91F3D054}" srcId="{B79B5B14-D763-9542-941F-AE297A0995F8}" destId="{CA8EB416-DF67-5A42-A615-8FFB95EAF8CD}" srcOrd="9" destOrd="0" parTransId="{1C5EF6EE-0157-8243-BDEE-E791994DEFEB}" sibTransId="{AD87CA5D-A689-E94D-B3EF-47B78DB56EF8}"/>
    <dgm:cxn modelId="{55A73D36-72B7-0C49-9F31-7599B05817F4}" type="presOf" srcId="{41AD2A16-5ED6-7F40-9376-7C2AE9A57662}" destId="{EB2E9814-A402-B649-AB39-DF4D2E00D438}" srcOrd="0" destOrd="0" presId="urn:microsoft.com/office/officeart/2005/8/layout/chevron1"/>
    <dgm:cxn modelId="{4315E83C-5F40-184F-A3D7-63B39F0B8E60}" type="presOf" srcId="{CA8EB416-DF67-5A42-A615-8FFB95EAF8CD}" destId="{BCF0178C-9394-3441-9D25-372E4D1E53C0}" srcOrd="0" destOrd="0" presId="urn:microsoft.com/office/officeart/2005/8/layout/chevron1"/>
    <dgm:cxn modelId="{C5DADD3E-7B67-DE4B-8E16-68498EEED0DC}" type="presOf" srcId="{501C3256-7179-C649-BB1F-F5EE53573308}" destId="{487B5AB9-3E5C-FC46-95DB-841BB6A1C030}" srcOrd="0" destOrd="0" presId="urn:microsoft.com/office/officeart/2005/8/layout/chevron1"/>
    <dgm:cxn modelId="{1E7ECB5F-DBE9-D643-B159-B2EDC11086D6}" srcId="{B79B5B14-D763-9542-941F-AE297A0995F8}" destId="{501C3256-7179-C649-BB1F-F5EE53573308}" srcOrd="3" destOrd="0" parTransId="{F4163947-992A-9E44-BD35-71FDB02B403A}" sibTransId="{EFE9084E-55F7-D641-BB50-294B52B35406}"/>
    <dgm:cxn modelId="{C60C9964-84B3-C048-9C21-2BBEFF0FC547}" type="presOf" srcId="{A12F731E-06EC-A947-A9B5-C4DA1AAC89DF}" destId="{47B3DC8B-2C69-554F-8E80-997136EAFDC0}" srcOrd="0" destOrd="0" presId="urn:microsoft.com/office/officeart/2005/8/layout/chevron1"/>
    <dgm:cxn modelId="{C455C06A-44DE-8E42-86BA-49FA85A4CFFB}" type="presOf" srcId="{C2011BEA-9B75-4341-B9C0-E994F30B0BE9}" destId="{9265EA04-489E-1548-BBB5-6A185CDDF5D5}" srcOrd="0" destOrd="0" presId="urn:microsoft.com/office/officeart/2005/8/layout/chevron1"/>
    <dgm:cxn modelId="{FC2E5E6B-4E84-564F-8547-DDBFAD64C8D7}" type="presOf" srcId="{AECB4F2E-8F1D-CA45-824F-94509205ACA1}" destId="{5E9FAE17-A7B7-2047-ADC7-914F7F86196F}" srcOrd="0" destOrd="0" presId="urn:microsoft.com/office/officeart/2005/8/layout/chevron1"/>
    <dgm:cxn modelId="{A51D0C71-FD8F-0447-B880-8044FA0728C6}" srcId="{B79B5B14-D763-9542-941F-AE297A0995F8}" destId="{C2011BEA-9B75-4341-B9C0-E994F30B0BE9}" srcOrd="8" destOrd="0" parTransId="{F7003E87-40EE-4E4B-8575-79F9C3CECF8C}" sibTransId="{F2471AB1-AE52-D443-BD79-FD10AC1E2028}"/>
    <dgm:cxn modelId="{19D80978-BFB7-F345-AD2F-150BA2BC67C6}" type="presOf" srcId="{B79B5B14-D763-9542-941F-AE297A0995F8}" destId="{C1E2266E-74E3-414D-B150-DE77A37AC796}" srcOrd="0" destOrd="0" presId="urn:microsoft.com/office/officeart/2005/8/layout/chevron1"/>
    <dgm:cxn modelId="{230F647D-2EEC-3B44-BE5D-B8508D563B89}" srcId="{B79B5B14-D763-9542-941F-AE297A0995F8}" destId="{DC65F722-846B-7A42-864F-0893FC7920A1}" srcOrd="11" destOrd="0" parTransId="{7E69D9B4-22D1-DE4A-A6C7-D3EA23E541B6}" sibTransId="{2B2A9AAE-E882-6741-A482-3AAB918B4FB6}"/>
    <dgm:cxn modelId="{18286A7F-DBBF-E749-A1CE-C6FB68957F94}" srcId="{B79B5B14-D763-9542-941F-AE297A0995F8}" destId="{30FEC6B6-9C0F-4E41-A9F3-79F95EC2DF61}" srcOrd="10" destOrd="0" parTransId="{24BF5CE2-15A1-584C-8EB2-21B59ABD69B7}" sibTransId="{3A9EF99C-A8D2-3144-BB31-E6B3138BA892}"/>
    <dgm:cxn modelId="{8B7EFD82-320C-AE41-B6BD-21020DF42133}" srcId="{B79B5B14-D763-9542-941F-AE297A0995F8}" destId="{41AD2A16-5ED6-7F40-9376-7C2AE9A57662}" srcOrd="4" destOrd="0" parTransId="{36108FAF-8079-3F47-8CF0-ABE3BB3C8CAC}" sibTransId="{DF0F89EF-0924-B54D-8F48-F34B5036B6B8}"/>
    <dgm:cxn modelId="{E0296885-5F51-C449-8664-CCAAE8BC90B1}" srcId="{B79B5B14-D763-9542-941F-AE297A0995F8}" destId="{D510C43F-859A-4A46-9141-FD7BAA9ABD04}" srcOrd="5" destOrd="0" parTransId="{60402670-9F59-E34C-B372-429A60384AFB}" sibTransId="{FA6D2B29-6F48-DF45-AF89-7C38FABC5D84}"/>
    <dgm:cxn modelId="{FEDE6990-8FC8-DC45-B5AC-2D360B5A6B7A}" srcId="{B79B5B14-D763-9542-941F-AE297A0995F8}" destId="{979E13E1-5CA0-A14C-9968-B26C78D099F5}" srcOrd="16" destOrd="0" parTransId="{0BBEB4E9-6B65-2D4A-9280-ED8F767AD3CC}" sibTransId="{7654DB85-9994-284E-83A5-562EFDEC5A2D}"/>
    <dgm:cxn modelId="{24871E9A-D7EA-184C-9C4D-3517877D7469}" type="presOf" srcId="{0CBA135E-B86D-0549-8C87-423D0F7372B9}" destId="{BB647990-B3B9-1C46-87F7-A6F40CFC3A02}" srcOrd="0" destOrd="0" presId="urn:microsoft.com/office/officeart/2005/8/layout/chevron1"/>
    <dgm:cxn modelId="{A8C443A2-963A-B94E-BA97-A4E0A55B7555}" type="presOf" srcId="{EB517E6F-C177-A245-9757-D259617513E8}" destId="{FD1892CD-EF67-6D41-AA59-42E373EE314B}" srcOrd="0" destOrd="0" presId="urn:microsoft.com/office/officeart/2005/8/layout/chevron1"/>
    <dgm:cxn modelId="{709018A3-B80A-2240-B3FF-53467167603F}" srcId="{B79B5B14-D763-9542-941F-AE297A0995F8}" destId="{922861C6-5C44-1546-9F4E-EE1FE7B888CE}" srcOrd="1" destOrd="0" parTransId="{2346346D-E07C-BB49-A785-F4938F550340}" sibTransId="{EA067650-3F1A-8644-8C71-B10D4B4E2B12}"/>
    <dgm:cxn modelId="{D9DE6AA5-7AA8-0D4A-A22D-1F294DEE2E48}" type="presOf" srcId="{18D111E9-2A44-244C-9CA4-CA6F23EC255C}" destId="{95936676-A32B-3243-9333-0302D942A125}" srcOrd="0" destOrd="0" presId="urn:microsoft.com/office/officeart/2005/8/layout/chevron1"/>
    <dgm:cxn modelId="{F80A4EAC-9B8C-FB45-A9BD-A23A7013BF0C}" srcId="{B79B5B14-D763-9542-941F-AE297A0995F8}" destId="{0CBA135E-B86D-0549-8C87-423D0F7372B9}" srcOrd="0" destOrd="0" parTransId="{53A20628-F644-744B-8C5F-4997F15B213B}" sibTransId="{E2233493-9B46-EA40-A12B-6C819B1474B7}"/>
    <dgm:cxn modelId="{911153AC-7170-B844-8B9B-2F53FBAF5EAD}" type="presOf" srcId="{4136BC59-4FFB-9144-81E7-F7AC94E87F98}" destId="{B3C3A7F7-C2F3-0F47-BFAC-32FF43670A83}" srcOrd="0" destOrd="0" presId="urn:microsoft.com/office/officeart/2005/8/layout/chevron1"/>
    <dgm:cxn modelId="{03EE20B4-0753-B24D-BFF4-63B91446EDD6}" type="presOf" srcId="{D510C43F-859A-4A46-9141-FD7BAA9ABD04}" destId="{2A809F05-EF96-694A-A483-328CAEDFE325}" srcOrd="0" destOrd="0" presId="urn:microsoft.com/office/officeart/2005/8/layout/chevron1"/>
    <dgm:cxn modelId="{8A13AABA-E439-C745-829E-A96376770715}" type="presOf" srcId="{DC65F722-846B-7A42-864F-0893FC7920A1}" destId="{300E89FA-4A10-9A45-A2F2-876B9672B0CC}" srcOrd="0" destOrd="0" presId="urn:microsoft.com/office/officeart/2005/8/layout/chevron1"/>
    <dgm:cxn modelId="{BD59ABC0-01A5-3D41-95B7-2FBD9C207214}" type="presOf" srcId="{922861C6-5C44-1546-9F4E-EE1FE7B888CE}" destId="{D946FBF6-0A2F-BC46-9B94-5879F439DFC6}" srcOrd="0" destOrd="0" presId="urn:microsoft.com/office/officeart/2005/8/layout/chevron1"/>
    <dgm:cxn modelId="{4DE1A2CD-5B05-7746-AB3D-70E0C7EB5E1E}" type="presOf" srcId="{0E33E150-61D6-8F4F-96EA-47E156C3090B}" destId="{477941FB-CE61-9347-97AC-2148120B30A6}" srcOrd="0" destOrd="0" presId="urn:microsoft.com/office/officeart/2005/8/layout/chevron1"/>
    <dgm:cxn modelId="{AB94EBD0-B1CB-FB43-BFEF-1762F4BDF413}" type="presOf" srcId="{56D868A8-3577-7E43-9B1E-F9DF8180C0E6}" destId="{76BE0F97-B7D3-AB4D-BA54-5A4878D8E9A1}" srcOrd="0" destOrd="0" presId="urn:microsoft.com/office/officeart/2005/8/layout/chevron1"/>
    <dgm:cxn modelId="{DEB0E4D8-FE3B-5240-B8B1-AB88C5596946}" srcId="{B79B5B14-D763-9542-941F-AE297A0995F8}" destId="{56D868A8-3577-7E43-9B1E-F9DF8180C0E6}" srcOrd="17" destOrd="0" parTransId="{92A67E34-D128-B04A-8082-31BA6104EA6B}" sibTransId="{C2245104-DC35-0A4D-85BC-0F49B44FF148}"/>
    <dgm:cxn modelId="{0B39A2DC-22B7-AA49-8F2B-BFBFF08FCB1B}" type="presOf" srcId="{979E13E1-5CA0-A14C-9968-B26C78D099F5}" destId="{70DD8E72-EC1D-2B4D-A3BE-BF55DBF49F61}" srcOrd="0" destOrd="0" presId="urn:microsoft.com/office/officeart/2005/8/layout/chevron1"/>
    <dgm:cxn modelId="{C3629CF8-4EDE-7245-9A06-FDF56B3EEFE7}" srcId="{B79B5B14-D763-9542-941F-AE297A0995F8}" destId="{18D111E9-2A44-244C-9CA4-CA6F23EC255C}" srcOrd="13" destOrd="0" parTransId="{BBA4ADF4-BF24-4F41-B782-16C4568F4625}" sibTransId="{1C6A4A06-CF34-BF48-9905-C010AC0BEF17}"/>
    <dgm:cxn modelId="{B10578FA-3947-9E4C-B630-5BA26922D6D6}" type="presOf" srcId="{30FEC6B6-9C0F-4E41-A9F3-79F95EC2DF61}" destId="{34F2073F-5475-D14E-8F9E-0821D9D5DDC4}" srcOrd="0" destOrd="0" presId="urn:microsoft.com/office/officeart/2005/8/layout/chevron1"/>
    <dgm:cxn modelId="{986A430A-4981-604E-9EC0-DD96AA99C654}" type="presParOf" srcId="{C1E2266E-74E3-414D-B150-DE77A37AC796}" destId="{BB647990-B3B9-1C46-87F7-A6F40CFC3A02}" srcOrd="0" destOrd="0" presId="urn:microsoft.com/office/officeart/2005/8/layout/chevron1"/>
    <dgm:cxn modelId="{E230B21E-C01E-0044-B76D-7C2A7037CAF5}" type="presParOf" srcId="{C1E2266E-74E3-414D-B150-DE77A37AC796}" destId="{0E75EF69-EEB9-2148-90DA-ADD3072EE433}" srcOrd="1" destOrd="0" presId="urn:microsoft.com/office/officeart/2005/8/layout/chevron1"/>
    <dgm:cxn modelId="{A05EDE10-1F01-FA47-8C00-32E44362963A}" type="presParOf" srcId="{C1E2266E-74E3-414D-B150-DE77A37AC796}" destId="{D946FBF6-0A2F-BC46-9B94-5879F439DFC6}" srcOrd="2" destOrd="0" presId="urn:microsoft.com/office/officeart/2005/8/layout/chevron1"/>
    <dgm:cxn modelId="{166C46DE-6216-CC47-A614-0037C5290BF9}" type="presParOf" srcId="{C1E2266E-74E3-414D-B150-DE77A37AC796}" destId="{40361037-08BD-DC4F-86D6-562CCEE94FCB}" srcOrd="3" destOrd="0" presId="urn:microsoft.com/office/officeart/2005/8/layout/chevron1"/>
    <dgm:cxn modelId="{662B5842-E81D-3D41-A9D0-1DB91DA3D35A}" type="presParOf" srcId="{C1E2266E-74E3-414D-B150-DE77A37AC796}" destId="{477941FB-CE61-9347-97AC-2148120B30A6}" srcOrd="4" destOrd="0" presId="urn:microsoft.com/office/officeart/2005/8/layout/chevron1"/>
    <dgm:cxn modelId="{CE7A6332-5433-1B42-8ADE-978BFA0DF01D}" type="presParOf" srcId="{C1E2266E-74E3-414D-B150-DE77A37AC796}" destId="{6149DA8D-C080-2547-BD85-0B9032F7503F}" srcOrd="5" destOrd="0" presId="urn:microsoft.com/office/officeart/2005/8/layout/chevron1"/>
    <dgm:cxn modelId="{2ABB21A8-A5F6-8047-962B-D3C4EA4B1434}" type="presParOf" srcId="{C1E2266E-74E3-414D-B150-DE77A37AC796}" destId="{487B5AB9-3E5C-FC46-95DB-841BB6A1C030}" srcOrd="6" destOrd="0" presId="urn:microsoft.com/office/officeart/2005/8/layout/chevron1"/>
    <dgm:cxn modelId="{2C461E41-E6DC-744B-A10C-94178E281E43}" type="presParOf" srcId="{C1E2266E-74E3-414D-B150-DE77A37AC796}" destId="{6CEE83B4-1321-264E-802C-B605C3A668B4}" srcOrd="7" destOrd="0" presId="urn:microsoft.com/office/officeart/2005/8/layout/chevron1"/>
    <dgm:cxn modelId="{C64CE42E-90E7-8246-8603-D5168F4EE554}" type="presParOf" srcId="{C1E2266E-74E3-414D-B150-DE77A37AC796}" destId="{EB2E9814-A402-B649-AB39-DF4D2E00D438}" srcOrd="8" destOrd="0" presId="urn:microsoft.com/office/officeart/2005/8/layout/chevron1"/>
    <dgm:cxn modelId="{5E0FF8D6-1D47-8D41-B2D6-23AB2F388C7C}" type="presParOf" srcId="{C1E2266E-74E3-414D-B150-DE77A37AC796}" destId="{1DD50000-5B7B-8340-BCF4-8BE0666531F9}" srcOrd="9" destOrd="0" presId="urn:microsoft.com/office/officeart/2005/8/layout/chevron1"/>
    <dgm:cxn modelId="{2FC1F275-138E-B042-B2CB-960255286C2A}" type="presParOf" srcId="{C1E2266E-74E3-414D-B150-DE77A37AC796}" destId="{2A809F05-EF96-694A-A483-328CAEDFE325}" srcOrd="10" destOrd="0" presId="urn:microsoft.com/office/officeart/2005/8/layout/chevron1"/>
    <dgm:cxn modelId="{DC504CA7-A477-5647-9C66-D7404F84533C}" type="presParOf" srcId="{C1E2266E-74E3-414D-B150-DE77A37AC796}" destId="{3A70F4D4-36B9-AA4D-8071-2DA0F770ED33}" srcOrd="11" destOrd="0" presId="urn:microsoft.com/office/officeart/2005/8/layout/chevron1"/>
    <dgm:cxn modelId="{3B4C8261-AFB8-6047-9553-934073F6F857}" type="presParOf" srcId="{C1E2266E-74E3-414D-B150-DE77A37AC796}" destId="{47B3DC8B-2C69-554F-8E80-997136EAFDC0}" srcOrd="12" destOrd="0" presId="urn:microsoft.com/office/officeart/2005/8/layout/chevron1"/>
    <dgm:cxn modelId="{BD64FC25-C60C-EC44-8EB4-B79BDF085210}" type="presParOf" srcId="{C1E2266E-74E3-414D-B150-DE77A37AC796}" destId="{4B60EC67-86D4-B249-852A-AC981EB4069E}" srcOrd="13" destOrd="0" presId="urn:microsoft.com/office/officeart/2005/8/layout/chevron1"/>
    <dgm:cxn modelId="{1C093694-560D-7240-BC6B-4EF465A04D6F}" type="presParOf" srcId="{C1E2266E-74E3-414D-B150-DE77A37AC796}" destId="{B3C3A7F7-C2F3-0F47-BFAC-32FF43670A83}" srcOrd="14" destOrd="0" presId="urn:microsoft.com/office/officeart/2005/8/layout/chevron1"/>
    <dgm:cxn modelId="{20A58923-98A8-A942-9E7C-2C4E269CCF83}" type="presParOf" srcId="{C1E2266E-74E3-414D-B150-DE77A37AC796}" destId="{23E27047-DFC6-1149-8543-A08DC0A8116A}" srcOrd="15" destOrd="0" presId="urn:microsoft.com/office/officeart/2005/8/layout/chevron1"/>
    <dgm:cxn modelId="{C16E3F5C-2BAD-5E41-AB40-81E0832A2110}" type="presParOf" srcId="{C1E2266E-74E3-414D-B150-DE77A37AC796}" destId="{9265EA04-489E-1548-BBB5-6A185CDDF5D5}" srcOrd="16" destOrd="0" presId="urn:microsoft.com/office/officeart/2005/8/layout/chevron1"/>
    <dgm:cxn modelId="{46728FE8-1FD5-2441-BB56-4D7E5042F42D}" type="presParOf" srcId="{C1E2266E-74E3-414D-B150-DE77A37AC796}" destId="{14A2A497-A5FD-964D-892B-39EB3E3DC395}" srcOrd="17" destOrd="0" presId="urn:microsoft.com/office/officeart/2005/8/layout/chevron1"/>
    <dgm:cxn modelId="{39705520-F05B-F24A-A7C4-778F3D3C6E1D}" type="presParOf" srcId="{C1E2266E-74E3-414D-B150-DE77A37AC796}" destId="{BCF0178C-9394-3441-9D25-372E4D1E53C0}" srcOrd="18" destOrd="0" presId="urn:microsoft.com/office/officeart/2005/8/layout/chevron1"/>
    <dgm:cxn modelId="{0FF657B1-622D-8B41-B489-694D9C5D9948}" type="presParOf" srcId="{C1E2266E-74E3-414D-B150-DE77A37AC796}" destId="{1909E0EE-B243-8A4D-A6A4-67AC275DCF62}" srcOrd="19" destOrd="0" presId="urn:microsoft.com/office/officeart/2005/8/layout/chevron1"/>
    <dgm:cxn modelId="{2D10C181-A154-DE46-B9E9-0F1E0B1BCDA1}" type="presParOf" srcId="{C1E2266E-74E3-414D-B150-DE77A37AC796}" destId="{34F2073F-5475-D14E-8F9E-0821D9D5DDC4}" srcOrd="20" destOrd="0" presId="urn:microsoft.com/office/officeart/2005/8/layout/chevron1"/>
    <dgm:cxn modelId="{5E1A1F1E-AA3D-1D46-93D9-066CC14C0A3F}" type="presParOf" srcId="{C1E2266E-74E3-414D-B150-DE77A37AC796}" destId="{90801291-9625-764F-938B-F9A6EEB43890}" srcOrd="21" destOrd="0" presId="urn:microsoft.com/office/officeart/2005/8/layout/chevron1"/>
    <dgm:cxn modelId="{EA69BAFE-2980-364F-ABDC-7674C6A6A504}" type="presParOf" srcId="{C1E2266E-74E3-414D-B150-DE77A37AC796}" destId="{300E89FA-4A10-9A45-A2F2-876B9672B0CC}" srcOrd="22" destOrd="0" presId="urn:microsoft.com/office/officeart/2005/8/layout/chevron1"/>
    <dgm:cxn modelId="{8475D8FA-C488-5D45-AA92-2950D21E8D07}" type="presParOf" srcId="{C1E2266E-74E3-414D-B150-DE77A37AC796}" destId="{21A4670A-21D6-034B-A2DF-14AD4AFEC794}" srcOrd="23" destOrd="0" presId="urn:microsoft.com/office/officeart/2005/8/layout/chevron1"/>
    <dgm:cxn modelId="{DEA6660E-E3FB-9346-A2E4-BDD1E1B7E45D}" type="presParOf" srcId="{C1E2266E-74E3-414D-B150-DE77A37AC796}" destId="{5E9FAE17-A7B7-2047-ADC7-914F7F86196F}" srcOrd="24" destOrd="0" presId="urn:microsoft.com/office/officeart/2005/8/layout/chevron1"/>
    <dgm:cxn modelId="{FA93706B-9698-CD42-BF05-263BEBA4B4A0}" type="presParOf" srcId="{C1E2266E-74E3-414D-B150-DE77A37AC796}" destId="{80042BD6-B7F7-F245-85DE-8808664BFA58}" srcOrd="25" destOrd="0" presId="urn:microsoft.com/office/officeart/2005/8/layout/chevron1"/>
    <dgm:cxn modelId="{456765B3-2D4C-DB40-90F6-C1A92EC8038B}" type="presParOf" srcId="{C1E2266E-74E3-414D-B150-DE77A37AC796}" destId="{95936676-A32B-3243-9333-0302D942A125}" srcOrd="26" destOrd="0" presId="urn:microsoft.com/office/officeart/2005/8/layout/chevron1"/>
    <dgm:cxn modelId="{6BDF5B54-285F-E345-BEE9-47074D4C40B6}" type="presParOf" srcId="{C1E2266E-74E3-414D-B150-DE77A37AC796}" destId="{511E3AEC-83A3-0144-9142-35DCA6145317}" srcOrd="27" destOrd="0" presId="urn:microsoft.com/office/officeart/2005/8/layout/chevron1"/>
    <dgm:cxn modelId="{C8DD159B-2984-C648-AE70-19E9820BFA2E}" type="presParOf" srcId="{C1E2266E-74E3-414D-B150-DE77A37AC796}" destId="{FD1892CD-EF67-6D41-AA59-42E373EE314B}" srcOrd="28" destOrd="0" presId="urn:microsoft.com/office/officeart/2005/8/layout/chevron1"/>
    <dgm:cxn modelId="{642661BC-C3E5-5446-B70C-6E506739CEE5}" type="presParOf" srcId="{C1E2266E-74E3-414D-B150-DE77A37AC796}" destId="{1165A5BC-F222-8840-9666-D804F2ACA15C}" srcOrd="29" destOrd="0" presId="urn:microsoft.com/office/officeart/2005/8/layout/chevron1"/>
    <dgm:cxn modelId="{AEB62329-0C61-A144-9C32-13626464B95C}" type="presParOf" srcId="{C1E2266E-74E3-414D-B150-DE77A37AC796}" destId="{69DC2677-97C7-3A4A-88C7-2273EC330FB8}" srcOrd="30" destOrd="0" presId="urn:microsoft.com/office/officeart/2005/8/layout/chevron1"/>
    <dgm:cxn modelId="{C8633689-E647-FC4C-A8B6-86C997784F26}" type="presParOf" srcId="{C1E2266E-74E3-414D-B150-DE77A37AC796}" destId="{88B02355-8490-AD4B-98FB-E8EA4ADEEE5F}" srcOrd="31" destOrd="0" presId="urn:microsoft.com/office/officeart/2005/8/layout/chevron1"/>
    <dgm:cxn modelId="{5B203536-B220-E149-B8C9-65B61251D9D1}" type="presParOf" srcId="{C1E2266E-74E3-414D-B150-DE77A37AC796}" destId="{70DD8E72-EC1D-2B4D-A3BE-BF55DBF49F61}" srcOrd="32" destOrd="0" presId="urn:microsoft.com/office/officeart/2005/8/layout/chevron1"/>
    <dgm:cxn modelId="{552D7352-B472-BF4B-B905-D638AA4EDDE8}" type="presParOf" srcId="{C1E2266E-74E3-414D-B150-DE77A37AC796}" destId="{B5C77B94-43B6-3341-9479-194CA8E6FDE5}" srcOrd="33" destOrd="0" presId="urn:microsoft.com/office/officeart/2005/8/layout/chevron1"/>
    <dgm:cxn modelId="{2E661E57-BA10-494E-824E-E9B417604144}" type="presParOf" srcId="{C1E2266E-74E3-414D-B150-DE77A37AC796}" destId="{76BE0F97-B7D3-AB4D-BA54-5A4878D8E9A1}" srcOrd="3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C475D6-6004-4F45-A21D-0ED2E12AC5E4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C669857-053A-EC45-9AAA-755F7D0750DB}">
      <dgm:prSet custT="1"/>
      <dgm:spPr/>
      <dgm:t>
        <a:bodyPr/>
        <a:lstStyle/>
        <a:p>
          <a:r>
            <a:rPr lang="en-GB" sz="2000" b="1" i="0" dirty="0"/>
            <a:t>Compute &amp; Application Hosting</a:t>
          </a:r>
          <a:endParaRPr lang="en-FR" sz="2000" dirty="0"/>
        </a:p>
      </dgm:t>
    </dgm:pt>
    <dgm:pt modelId="{5DA3C52B-3294-C249-B7FB-FB16957E2EAB}" type="parTrans" cxnId="{AF9C76AD-3557-FE44-982F-45FE985A83B5}">
      <dgm:prSet/>
      <dgm:spPr/>
      <dgm:t>
        <a:bodyPr/>
        <a:lstStyle/>
        <a:p>
          <a:endParaRPr lang="en-GB"/>
        </a:p>
      </dgm:t>
    </dgm:pt>
    <dgm:pt modelId="{F2FA3E47-BF56-AB43-A877-113BFEB039C9}" type="sibTrans" cxnId="{AF9C76AD-3557-FE44-982F-45FE985A83B5}">
      <dgm:prSet/>
      <dgm:spPr/>
      <dgm:t>
        <a:bodyPr/>
        <a:lstStyle/>
        <a:p>
          <a:endParaRPr lang="en-GB"/>
        </a:p>
      </dgm:t>
    </dgm:pt>
    <dgm:pt modelId="{18C544F1-B158-314C-A424-136004DF8EEE}">
      <dgm:prSet custT="1"/>
      <dgm:spPr/>
      <dgm:t>
        <a:bodyPr/>
        <a:lstStyle/>
        <a:p>
          <a:r>
            <a:rPr lang="en-GB" sz="1800" b="1" i="0" dirty="0"/>
            <a:t>Cloud Run (Services &amp; Workers)</a:t>
          </a:r>
          <a:r>
            <a:rPr lang="en-GB" sz="1800" b="0" i="0" dirty="0"/>
            <a:t>: </a:t>
          </a:r>
          <a:r>
            <a:rPr lang="en-GB" sz="1800" b="1" i="0" dirty="0"/>
            <a:t>~€600 - €800 / month</a:t>
          </a:r>
          <a:endParaRPr lang="en-FR" sz="1800" dirty="0"/>
        </a:p>
      </dgm:t>
    </dgm:pt>
    <dgm:pt modelId="{C668604D-70EB-5742-A471-C605F9479BCC}" type="parTrans" cxnId="{131E6D13-0CB3-BA4B-9855-061D1CF316F1}">
      <dgm:prSet/>
      <dgm:spPr/>
      <dgm:t>
        <a:bodyPr/>
        <a:lstStyle/>
        <a:p>
          <a:endParaRPr lang="en-GB"/>
        </a:p>
      </dgm:t>
    </dgm:pt>
    <dgm:pt modelId="{E4A1BC2F-2197-FB4B-AE2F-80C2382301D9}" type="sibTrans" cxnId="{131E6D13-0CB3-BA4B-9855-061D1CF316F1}">
      <dgm:prSet/>
      <dgm:spPr/>
      <dgm:t>
        <a:bodyPr/>
        <a:lstStyle/>
        <a:p>
          <a:endParaRPr lang="en-GB"/>
        </a:p>
      </dgm:t>
    </dgm:pt>
    <dgm:pt modelId="{889C84FA-2071-4C41-85B2-1D406C1401E2}">
      <dgm:prSet custT="1"/>
      <dgm:spPr/>
      <dgm:t>
        <a:bodyPr/>
        <a:lstStyle/>
        <a:p>
          <a:r>
            <a:rPr lang="en-GB" sz="1800" b="1" i="0" dirty="0"/>
            <a:t>Cloud Run (Jobs - Connectors)</a:t>
          </a:r>
          <a:r>
            <a:rPr lang="en-GB" sz="1800" b="0" i="0" dirty="0"/>
            <a:t>: </a:t>
          </a:r>
          <a:r>
            <a:rPr lang="en-GB" sz="1800" b="1" i="0" dirty="0"/>
            <a:t>~€30 - €60 / month</a:t>
          </a:r>
          <a:endParaRPr lang="en-FR" sz="1800" dirty="0"/>
        </a:p>
      </dgm:t>
    </dgm:pt>
    <dgm:pt modelId="{C85B4E80-1323-0E4A-9EEC-7F545B407E52}" type="parTrans" cxnId="{0917F4A2-B9DB-5C4C-BF17-900EE5132A93}">
      <dgm:prSet/>
      <dgm:spPr/>
      <dgm:t>
        <a:bodyPr/>
        <a:lstStyle/>
        <a:p>
          <a:endParaRPr lang="en-GB"/>
        </a:p>
      </dgm:t>
    </dgm:pt>
    <dgm:pt modelId="{971841E6-877D-7F48-B5F8-5DD33C267EAC}" type="sibTrans" cxnId="{0917F4A2-B9DB-5C4C-BF17-900EE5132A93}">
      <dgm:prSet/>
      <dgm:spPr/>
      <dgm:t>
        <a:bodyPr/>
        <a:lstStyle/>
        <a:p>
          <a:endParaRPr lang="en-GB"/>
        </a:p>
      </dgm:t>
    </dgm:pt>
    <dgm:pt modelId="{643800A1-68A5-5C48-A4A3-B26C55AE3898}">
      <dgm:prSet custT="1"/>
      <dgm:spPr/>
      <dgm:t>
        <a:bodyPr/>
        <a:lstStyle/>
        <a:p>
          <a:r>
            <a:rPr lang="en-GB" sz="2000" b="1" i="0" dirty="0"/>
            <a:t>Data &amp; Storage</a:t>
          </a:r>
          <a:endParaRPr lang="en-FR" sz="2000" dirty="0"/>
        </a:p>
      </dgm:t>
    </dgm:pt>
    <dgm:pt modelId="{FE1FCDA1-F887-364C-9A07-ACAC2232480B}" type="parTrans" cxnId="{0C8F1084-0070-1743-9858-53AF088CA419}">
      <dgm:prSet/>
      <dgm:spPr/>
      <dgm:t>
        <a:bodyPr/>
        <a:lstStyle/>
        <a:p>
          <a:endParaRPr lang="en-GB"/>
        </a:p>
      </dgm:t>
    </dgm:pt>
    <dgm:pt modelId="{B9E61F01-F696-6649-8FE4-CE46BD43EAAF}" type="sibTrans" cxnId="{0C8F1084-0070-1743-9858-53AF088CA419}">
      <dgm:prSet/>
      <dgm:spPr/>
      <dgm:t>
        <a:bodyPr/>
        <a:lstStyle/>
        <a:p>
          <a:endParaRPr lang="en-GB"/>
        </a:p>
      </dgm:t>
    </dgm:pt>
    <dgm:pt modelId="{E725330B-00E8-4643-886B-63BCB9549011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SQL (PostgreSQL HA): ~€250 - €400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2C99F536-263B-804D-8C23-34C4DC6CAC6A}" type="parTrans" cxnId="{D2C716E7-698E-C742-8350-5473706DD2D4}">
      <dgm:prSet/>
      <dgm:spPr/>
      <dgm:t>
        <a:bodyPr/>
        <a:lstStyle/>
        <a:p>
          <a:endParaRPr lang="en-GB"/>
        </a:p>
      </dgm:t>
    </dgm:pt>
    <dgm:pt modelId="{592D4948-F1FF-4A4F-8AC9-77AAAF2CFBE6}" type="sibTrans" cxnId="{D2C716E7-698E-C742-8350-5473706DD2D4}">
      <dgm:prSet/>
      <dgm:spPr/>
      <dgm:t>
        <a:bodyPr/>
        <a:lstStyle/>
        <a:p>
          <a:endParaRPr lang="en-GB"/>
        </a:p>
      </dgm:t>
    </dgm:pt>
    <dgm:pt modelId="{689DD240-837C-4B4A-B22D-3450986B2F91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Vertex AI Search (Vector Store): ~€600 - €1,000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E7685421-BBF1-3447-A173-FA3B7BA9AF73}" type="parTrans" cxnId="{8A4E0FE4-7C67-E04A-A331-D7949BAC3485}">
      <dgm:prSet/>
      <dgm:spPr/>
      <dgm:t>
        <a:bodyPr/>
        <a:lstStyle/>
        <a:p>
          <a:endParaRPr lang="en-GB"/>
        </a:p>
      </dgm:t>
    </dgm:pt>
    <dgm:pt modelId="{C1A45D50-F30E-1947-8C76-390374342BE3}" type="sibTrans" cxnId="{8A4E0FE4-7C67-E04A-A331-D7949BAC3485}">
      <dgm:prSet/>
      <dgm:spPr/>
      <dgm:t>
        <a:bodyPr/>
        <a:lstStyle/>
        <a:p>
          <a:endParaRPr lang="en-GB"/>
        </a:p>
      </dgm:t>
    </dgm:pt>
    <dgm:pt modelId="{E04AB083-210E-3243-AEBA-928B46EF3A9A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Storage (GCS): ~€50 - €100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86D2E60B-8223-374C-BD64-64036D5DD39D}" type="parTrans" cxnId="{EDEF72D9-1FC5-CB4D-9AE7-DE177FF14396}">
      <dgm:prSet/>
      <dgm:spPr/>
      <dgm:t>
        <a:bodyPr/>
        <a:lstStyle/>
        <a:p>
          <a:endParaRPr lang="en-GB"/>
        </a:p>
      </dgm:t>
    </dgm:pt>
    <dgm:pt modelId="{2D3624C5-4F0E-6143-AD3B-A05A94D9608F}" type="sibTrans" cxnId="{EDEF72D9-1FC5-CB4D-9AE7-DE177FF14396}">
      <dgm:prSet/>
      <dgm:spPr/>
      <dgm:t>
        <a:bodyPr/>
        <a:lstStyle/>
        <a:p>
          <a:endParaRPr lang="en-GB"/>
        </a:p>
      </dgm:t>
    </dgm:pt>
    <dgm:pt modelId="{412A7978-4262-454E-95CC-C78BD00C0768}">
      <dgm:prSet custT="1"/>
      <dgm:spPr/>
      <dgm:t>
        <a:bodyPr/>
        <a:lstStyle/>
        <a:p>
          <a:r>
            <a:rPr lang="en-GB" sz="18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Memorystore</a:t>
          </a: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(Redis) - Optional: ~€40 - €150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2D172E29-FAAD-E941-836C-C360630A5A56}" type="parTrans" cxnId="{F94338AC-E675-AD45-81B5-1EC7CCF64D36}">
      <dgm:prSet/>
      <dgm:spPr/>
      <dgm:t>
        <a:bodyPr/>
        <a:lstStyle/>
        <a:p>
          <a:endParaRPr lang="en-GB"/>
        </a:p>
      </dgm:t>
    </dgm:pt>
    <dgm:pt modelId="{4FBE17F1-F3F2-594A-99AA-E9A79CDDE5EB}" type="sibTrans" cxnId="{F94338AC-E675-AD45-81B5-1EC7CCF64D36}">
      <dgm:prSet/>
      <dgm:spPr/>
      <dgm:t>
        <a:bodyPr/>
        <a:lstStyle/>
        <a:p>
          <a:endParaRPr lang="en-GB"/>
        </a:p>
      </dgm:t>
    </dgm:pt>
    <dgm:pt modelId="{7AB088AE-1353-FD49-9B0F-C6CEB7D63F23}">
      <dgm:prSet custT="1"/>
      <dgm:spPr/>
      <dgm:t>
        <a:bodyPr/>
        <a:lstStyle/>
        <a:p>
          <a:r>
            <a:rPr lang="en-GB" sz="2000" b="1" i="0" dirty="0"/>
            <a:t>AI &amp; Intelligence</a:t>
          </a:r>
          <a:endParaRPr lang="en-FR" sz="2000" dirty="0"/>
        </a:p>
      </dgm:t>
    </dgm:pt>
    <dgm:pt modelId="{4E3DE015-E5BB-644A-86AB-08FCCE2051F3}" type="parTrans" cxnId="{D33EC6A0-17F3-BD45-896A-6BC4B6EBE7F0}">
      <dgm:prSet/>
      <dgm:spPr/>
      <dgm:t>
        <a:bodyPr/>
        <a:lstStyle/>
        <a:p>
          <a:endParaRPr lang="en-GB"/>
        </a:p>
      </dgm:t>
    </dgm:pt>
    <dgm:pt modelId="{25D3250C-10BB-124B-99C7-EBC34EE1DE5C}" type="sibTrans" cxnId="{D33EC6A0-17F3-BD45-896A-6BC4B6EBE7F0}">
      <dgm:prSet/>
      <dgm:spPr/>
      <dgm:t>
        <a:bodyPr/>
        <a:lstStyle/>
        <a:p>
          <a:endParaRPr lang="en-GB"/>
        </a:p>
      </dgm:t>
    </dgm:pt>
    <dgm:pt modelId="{C492617A-6D52-C643-A569-62B51C84EDD3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Vertex AI (Gemini Models): ~€200 - €500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AA883087-D7DA-4F41-B1F7-047AC47301AB}" type="parTrans" cxnId="{C47729F9-4182-AB44-B23D-77EBAB30BAA5}">
      <dgm:prSet/>
      <dgm:spPr/>
      <dgm:t>
        <a:bodyPr/>
        <a:lstStyle/>
        <a:p>
          <a:endParaRPr lang="en-GB"/>
        </a:p>
      </dgm:t>
    </dgm:pt>
    <dgm:pt modelId="{CB9E6869-7663-9B49-A47B-86372A227A86}" type="sibTrans" cxnId="{C47729F9-4182-AB44-B23D-77EBAB30BAA5}">
      <dgm:prSet/>
      <dgm:spPr/>
      <dgm:t>
        <a:bodyPr/>
        <a:lstStyle/>
        <a:p>
          <a:endParaRPr lang="en-GB"/>
        </a:p>
      </dgm:t>
    </dgm:pt>
    <dgm:pt modelId="{F8929933-BB80-A848-8D67-CB32B0818DA0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Security &amp; Networking (The "Enterprise" Premium)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7028B4E4-9D71-E443-8282-3EF15A95FD30}" type="parTrans" cxnId="{CB24660A-B787-264F-9A25-E229FB492C81}">
      <dgm:prSet/>
      <dgm:spPr/>
      <dgm:t>
        <a:bodyPr/>
        <a:lstStyle/>
        <a:p>
          <a:endParaRPr lang="en-GB"/>
        </a:p>
      </dgm:t>
    </dgm:pt>
    <dgm:pt modelId="{0118854E-3A48-9D4F-B081-3C81B8D3054B}" type="sibTrans" cxnId="{CB24660A-B787-264F-9A25-E229FB492C81}">
      <dgm:prSet/>
      <dgm:spPr/>
      <dgm:t>
        <a:bodyPr/>
        <a:lstStyle/>
        <a:p>
          <a:endParaRPr lang="en-GB"/>
        </a:p>
      </dgm:t>
    </dgm:pt>
    <dgm:pt modelId="{882EFE17-AEE3-8C45-91AE-375B85694DA4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Armor + Load Balancer: ~€40 - €100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9974EA28-C82E-6F4F-B3E2-B2EA375B8428}" type="parTrans" cxnId="{22000A8C-9D48-E141-9F9E-E92005F5EDB4}">
      <dgm:prSet/>
      <dgm:spPr/>
      <dgm:t>
        <a:bodyPr/>
        <a:lstStyle/>
        <a:p>
          <a:endParaRPr lang="en-GB"/>
        </a:p>
      </dgm:t>
    </dgm:pt>
    <dgm:pt modelId="{5FCEB450-031F-C547-99F6-B2D7535D373E}" type="sibTrans" cxnId="{22000A8C-9D48-E141-9F9E-E92005F5EDB4}">
      <dgm:prSet/>
      <dgm:spPr/>
      <dgm:t>
        <a:bodyPr/>
        <a:lstStyle/>
        <a:p>
          <a:endParaRPr lang="en-GB"/>
        </a:p>
      </dgm:t>
    </dgm:pt>
    <dgm:pt modelId="{604A9112-4DD1-0E4B-A168-260442F34555}">
      <dgm:prSet custT="1"/>
      <dgm:spPr/>
      <dgm:t>
        <a:bodyPr/>
        <a:lstStyle/>
        <a:p>
          <a:r>
            <a:rPr lang="en-GB" sz="1800" b="1" i="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NAT: ~€50 / month</a:t>
          </a:r>
          <a:endParaRPr lang="en-FR" sz="1800" b="1" i="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7B60E396-EDA8-4B40-B33A-E63E5626D759}" type="parTrans" cxnId="{5D0FA26B-47A6-024C-971F-467D2552908F}">
      <dgm:prSet/>
      <dgm:spPr/>
      <dgm:t>
        <a:bodyPr/>
        <a:lstStyle/>
        <a:p>
          <a:endParaRPr lang="en-GB"/>
        </a:p>
      </dgm:t>
    </dgm:pt>
    <dgm:pt modelId="{43BA1671-21AD-744E-8069-C643FCABEB2C}" type="sibTrans" cxnId="{5D0FA26B-47A6-024C-971F-467D2552908F}">
      <dgm:prSet/>
      <dgm:spPr/>
      <dgm:t>
        <a:bodyPr/>
        <a:lstStyle/>
        <a:p>
          <a:endParaRPr lang="en-GB"/>
        </a:p>
      </dgm:t>
    </dgm:pt>
    <dgm:pt modelId="{7C9B1ED9-250B-AC4A-86EE-D5892E19AF0D}">
      <dgm:prSet custT="1"/>
      <dgm:spPr/>
      <dgm:t>
        <a:bodyPr/>
        <a:lstStyle/>
        <a:p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Secret Manager &amp; KMS: ~€50 - €80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D05F249E-6896-F947-A8CA-77DABBCE450B}" type="parTrans" cxnId="{C9DA4A26-A06A-284A-8A74-EB4BF406C1AE}">
      <dgm:prSet/>
      <dgm:spPr/>
      <dgm:t>
        <a:bodyPr/>
        <a:lstStyle/>
        <a:p>
          <a:endParaRPr lang="en-GB"/>
        </a:p>
      </dgm:t>
    </dgm:pt>
    <dgm:pt modelId="{87E2E578-534C-4046-AD7B-79D5A219301A}" type="sibTrans" cxnId="{C9DA4A26-A06A-284A-8A74-EB4BF406C1AE}">
      <dgm:prSet/>
      <dgm:spPr/>
      <dgm:t>
        <a:bodyPr/>
        <a:lstStyle/>
        <a:p>
          <a:endParaRPr lang="en-GB"/>
        </a:p>
      </dgm:t>
    </dgm:pt>
    <dgm:pt modelId="{60EB3EA6-064F-DF43-9BA0-608250C516F3}">
      <dgm:prSet custT="1"/>
      <dgm:spPr/>
      <dgm:t>
        <a:bodyPr/>
        <a:lstStyle/>
        <a:p>
          <a:r>
            <a:rPr lang="en-GB" sz="2000" b="1" i="0" dirty="0"/>
            <a:t>Observability &amp; Operations</a:t>
          </a:r>
          <a:endParaRPr lang="en-FR" sz="2000" dirty="0"/>
        </a:p>
      </dgm:t>
    </dgm:pt>
    <dgm:pt modelId="{B166A605-9CFB-154D-8EE3-B76F447B305B}" type="parTrans" cxnId="{71BA981A-515C-424B-8D43-DDB6CF0CE31A}">
      <dgm:prSet/>
      <dgm:spPr/>
      <dgm:t>
        <a:bodyPr/>
        <a:lstStyle/>
        <a:p>
          <a:endParaRPr lang="en-GB"/>
        </a:p>
      </dgm:t>
    </dgm:pt>
    <dgm:pt modelId="{5A4AF008-8968-C944-9665-F8F5ED0240C4}" type="sibTrans" cxnId="{71BA981A-515C-424B-8D43-DDB6CF0CE31A}">
      <dgm:prSet/>
      <dgm:spPr/>
      <dgm:t>
        <a:bodyPr/>
        <a:lstStyle/>
        <a:p>
          <a:endParaRPr lang="en-GB"/>
        </a:p>
      </dgm:t>
    </dgm:pt>
    <dgm:pt modelId="{40226B8D-B50D-DB42-8CCA-9E861CB2657E}">
      <dgm:prSet custT="1"/>
      <dgm:spPr/>
      <dgm:t>
        <a:bodyPr/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Logging &amp; Monitoring: ~€100 - €200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2B096AF2-687C-804B-A88A-2CA4708CC78E}" type="parTrans" cxnId="{4289B770-93D3-D24E-B0BA-484EE9B71896}">
      <dgm:prSet/>
      <dgm:spPr/>
      <dgm:t>
        <a:bodyPr/>
        <a:lstStyle/>
        <a:p>
          <a:endParaRPr lang="en-GB"/>
        </a:p>
      </dgm:t>
    </dgm:pt>
    <dgm:pt modelId="{C3C2A5C5-AD8D-CE43-A4B9-C355CB1B2BC1}" type="sibTrans" cxnId="{4289B770-93D3-D24E-B0BA-484EE9B71896}">
      <dgm:prSet/>
      <dgm:spPr/>
      <dgm:t>
        <a:bodyPr/>
        <a:lstStyle/>
        <a:p>
          <a:endParaRPr lang="en-GB"/>
        </a:p>
      </dgm:t>
    </dgm:pt>
    <dgm:pt modelId="{6B340DC5-09BF-C449-80EB-C2A896CDD11B}">
      <dgm:prSet custT="1"/>
      <dgm:spPr/>
      <dgm:t>
        <a:bodyPr/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Dataplex</a:t>
          </a: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(Data Quality): ~€100 - €200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4C678844-4417-E041-92CC-B60324EF8323}" type="parTrans" cxnId="{DE0EB493-744B-F34D-A1FA-01B2A9342E72}">
      <dgm:prSet/>
      <dgm:spPr/>
      <dgm:t>
        <a:bodyPr/>
        <a:lstStyle/>
        <a:p>
          <a:endParaRPr lang="en-GB"/>
        </a:p>
      </dgm:t>
    </dgm:pt>
    <dgm:pt modelId="{558C583A-3B45-FF42-8F8C-2D8A9756EE9B}" type="sibTrans" cxnId="{DE0EB493-744B-F34D-A1FA-01B2A9342E72}">
      <dgm:prSet/>
      <dgm:spPr/>
      <dgm:t>
        <a:bodyPr/>
        <a:lstStyle/>
        <a:p>
          <a:endParaRPr lang="en-GB"/>
        </a:p>
      </dgm:t>
    </dgm:pt>
    <dgm:pt modelId="{B0C6273A-0105-5348-85FE-3A68FB8264F6}" type="pres">
      <dgm:prSet presAssocID="{A6C475D6-6004-4F45-A21D-0ED2E12AC5E4}" presName="Name0" presStyleCnt="0">
        <dgm:presLayoutVars>
          <dgm:dir/>
          <dgm:animLvl val="lvl"/>
          <dgm:resizeHandles val="exact"/>
        </dgm:presLayoutVars>
      </dgm:prSet>
      <dgm:spPr/>
    </dgm:pt>
    <dgm:pt modelId="{F4E5FD44-5BE3-BC42-997B-EF8AB996F628}" type="pres">
      <dgm:prSet presAssocID="{4C669857-053A-EC45-9AAA-755F7D0750DB}" presName="linNode" presStyleCnt="0"/>
      <dgm:spPr/>
    </dgm:pt>
    <dgm:pt modelId="{63DC6A1C-7143-E644-8EDA-592D20E543B3}" type="pres">
      <dgm:prSet presAssocID="{4C669857-053A-EC45-9AAA-755F7D0750D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AB21DAF-6A0C-8143-9B76-D93A8E328F2C}" type="pres">
      <dgm:prSet presAssocID="{4C669857-053A-EC45-9AAA-755F7D0750DB}" presName="descendantText" presStyleLbl="alignAccFollowNode1" presStyleIdx="0" presStyleCnt="4">
        <dgm:presLayoutVars>
          <dgm:bulletEnabled val="1"/>
        </dgm:presLayoutVars>
      </dgm:prSet>
      <dgm:spPr/>
    </dgm:pt>
    <dgm:pt modelId="{4DCE1786-2BAA-3840-9272-BAF93E2B1371}" type="pres">
      <dgm:prSet presAssocID="{F2FA3E47-BF56-AB43-A877-113BFEB039C9}" presName="sp" presStyleCnt="0"/>
      <dgm:spPr/>
    </dgm:pt>
    <dgm:pt modelId="{61E4386F-1CF3-8D49-8F94-3D14175F8198}" type="pres">
      <dgm:prSet presAssocID="{643800A1-68A5-5C48-A4A3-B26C55AE3898}" presName="linNode" presStyleCnt="0"/>
      <dgm:spPr/>
    </dgm:pt>
    <dgm:pt modelId="{E61C1661-E4A4-3F4D-BAC2-3FA412267F75}" type="pres">
      <dgm:prSet presAssocID="{643800A1-68A5-5C48-A4A3-B26C55AE389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62986C4-AB02-334A-8BDD-8010F0AE68FD}" type="pres">
      <dgm:prSet presAssocID="{643800A1-68A5-5C48-A4A3-B26C55AE3898}" presName="descendantText" presStyleLbl="alignAccFollowNode1" presStyleIdx="1" presStyleCnt="4">
        <dgm:presLayoutVars>
          <dgm:bulletEnabled val="1"/>
        </dgm:presLayoutVars>
      </dgm:prSet>
      <dgm:spPr/>
    </dgm:pt>
    <dgm:pt modelId="{B86619F2-1073-8E40-88CC-AFD6CADC36CC}" type="pres">
      <dgm:prSet presAssocID="{B9E61F01-F696-6649-8FE4-CE46BD43EAAF}" presName="sp" presStyleCnt="0"/>
      <dgm:spPr/>
    </dgm:pt>
    <dgm:pt modelId="{70FB6BA2-AE25-CF4D-8CCC-4DB9FBE3329D}" type="pres">
      <dgm:prSet presAssocID="{7AB088AE-1353-FD49-9B0F-C6CEB7D63F23}" presName="linNode" presStyleCnt="0"/>
      <dgm:spPr/>
    </dgm:pt>
    <dgm:pt modelId="{8D77CADC-29D3-D341-99E1-8728DB7102B8}" type="pres">
      <dgm:prSet presAssocID="{7AB088AE-1353-FD49-9B0F-C6CEB7D63F2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69FDFB2-EB99-7447-8C63-D51BB503B027}" type="pres">
      <dgm:prSet presAssocID="{7AB088AE-1353-FD49-9B0F-C6CEB7D63F23}" presName="descendantText" presStyleLbl="alignAccFollowNode1" presStyleIdx="2" presStyleCnt="4">
        <dgm:presLayoutVars>
          <dgm:bulletEnabled val="1"/>
        </dgm:presLayoutVars>
      </dgm:prSet>
      <dgm:spPr/>
    </dgm:pt>
    <dgm:pt modelId="{4CD04C41-EEAA-2E4B-BD6A-2B4A78CB15D6}" type="pres">
      <dgm:prSet presAssocID="{25D3250C-10BB-124B-99C7-EBC34EE1DE5C}" presName="sp" presStyleCnt="0"/>
      <dgm:spPr/>
    </dgm:pt>
    <dgm:pt modelId="{6657CB31-4068-9149-B953-7EF11C600EF2}" type="pres">
      <dgm:prSet presAssocID="{60EB3EA6-064F-DF43-9BA0-608250C516F3}" presName="linNode" presStyleCnt="0"/>
      <dgm:spPr/>
    </dgm:pt>
    <dgm:pt modelId="{CC566316-3A94-044B-9132-BD13751F2012}" type="pres">
      <dgm:prSet presAssocID="{60EB3EA6-064F-DF43-9BA0-608250C516F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B99AA55-AB0A-C649-985A-27CF2A80A73B}" type="pres">
      <dgm:prSet presAssocID="{60EB3EA6-064F-DF43-9BA0-608250C516F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7BCC002-1BB4-004F-88F2-B031A7159BA3}" type="presOf" srcId="{882EFE17-AEE3-8C45-91AE-375B85694DA4}" destId="{169FDFB2-EB99-7447-8C63-D51BB503B027}" srcOrd="0" destOrd="2" presId="urn:microsoft.com/office/officeart/2005/8/layout/vList5"/>
    <dgm:cxn modelId="{CB24660A-B787-264F-9A25-E229FB492C81}" srcId="{7AB088AE-1353-FD49-9B0F-C6CEB7D63F23}" destId="{F8929933-BB80-A848-8D67-CB32B0818DA0}" srcOrd="1" destOrd="0" parTransId="{7028B4E4-9D71-E443-8282-3EF15A95FD30}" sibTransId="{0118854E-3A48-9D4F-B081-3C81B8D3054B}"/>
    <dgm:cxn modelId="{131E6D13-0CB3-BA4B-9855-061D1CF316F1}" srcId="{4C669857-053A-EC45-9AAA-755F7D0750DB}" destId="{18C544F1-B158-314C-A424-136004DF8EEE}" srcOrd="0" destOrd="0" parTransId="{C668604D-70EB-5742-A471-C605F9479BCC}" sibTransId="{E4A1BC2F-2197-FB4B-AE2F-80C2382301D9}"/>
    <dgm:cxn modelId="{71BA981A-515C-424B-8D43-DDB6CF0CE31A}" srcId="{A6C475D6-6004-4F45-A21D-0ED2E12AC5E4}" destId="{60EB3EA6-064F-DF43-9BA0-608250C516F3}" srcOrd="3" destOrd="0" parTransId="{B166A605-9CFB-154D-8EE3-B76F447B305B}" sibTransId="{5A4AF008-8968-C944-9665-F8F5ED0240C4}"/>
    <dgm:cxn modelId="{C9DA4A26-A06A-284A-8A74-EB4BF406C1AE}" srcId="{7AB088AE-1353-FD49-9B0F-C6CEB7D63F23}" destId="{7C9B1ED9-250B-AC4A-86EE-D5892E19AF0D}" srcOrd="4" destOrd="0" parTransId="{D05F249E-6896-F947-A8CA-77DABBCE450B}" sibTransId="{87E2E578-534C-4046-AD7B-79D5A219301A}"/>
    <dgm:cxn modelId="{FCA3F82C-CBF7-EE43-8E92-20BA3974988D}" type="presOf" srcId="{E725330B-00E8-4643-886B-63BCB9549011}" destId="{162986C4-AB02-334A-8BDD-8010F0AE68FD}" srcOrd="0" destOrd="0" presId="urn:microsoft.com/office/officeart/2005/8/layout/vList5"/>
    <dgm:cxn modelId="{6E6E1D3E-4FA5-9540-909A-386B8D2A2402}" type="presOf" srcId="{643800A1-68A5-5C48-A4A3-B26C55AE3898}" destId="{E61C1661-E4A4-3F4D-BAC2-3FA412267F75}" srcOrd="0" destOrd="0" presId="urn:microsoft.com/office/officeart/2005/8/layout/vList5"/>
    <dgm:cxn modelId="{B404313E-DE93-F749-8482-C173D903D6CF}" type="presOf" srcId="{604A9112-4DD1-0E4B-A168-260442F34555}" destId="{169FDFB2-EB99-7447-8C63-D51BB503B027}" srcOrd="0" destOrd="3" presId="urn:microsoft.com/office/officeart/2005/8/layout/vList5"/>
    <dgm:cxn modelId="{5E2DCE46-3563-A64D-9CBC-9B16D68DD88B}" type="presOf" srcId="{60EB3EA6-064F-DF43-9BA0-608250C516F3}" destId="{CC566316-3A94-044B-9132-BD13751F2012}" srcOrd="0" destOrd="0" presId="urn:microsoft.com/office/officeart/2005/8/layout/vList5"/>
    <dgm:cxn modelId="{AEB3E050-7F11-9441-BF08-AA4151FD0E1E}" type="presOf" srcId="{A6C475D6-6004-4F45-A21D-0ED2E12AC5E4}" destId="{B0C6273A-0105-5348-85FE-3A68FB8264F6}" srcOrd="0" destOrd="0" presId="urn:microsoft.com/office/officeart/2005/8/layout/vList5"/>
    <dgm:cxn modelId="{02CCC267-4571-B04D-8F7A-08A5283E54D3}" type="presOf" srcId="{18C544F1-B158-314C-A424-136004DF8EEE}" destId="{0AB21DAF-6A0C-8143-9B76-D93A8E328F2C}" srcOrd="0" destOrd="0" presId="urn:microsoft.com/office/officeart/2005/8/layout/vList5"/>
    <dgm:cxn modelId="{5D0FA26B-47A6-024C-971F-467D2552908F}" srcId="{7AB088AE-1353-FD49-9B0F-C6CEB7D63F23}" destId="{604A9112-4DD1-0E4B-A168-260442F34555}" srcOrd="3" destOrd="0" parTransId="{7B60E396-EDA8-4B40-B33A-E63E5626D759}" sibTransId="{43BA1671-21AD-744E-8069-C643FCABEB2C}"/>
    <dgm:cxn modelId="{4289B770-93D3-D24E-B0BA-484EE9B71896}" srcId="{60EB3EA6-064F-DF43-9BA0-608250C516F3}" destId="{40226B8D-B50D-DB42-8CCA-9E861CB2657E}" srcOrd="0" destOrd="0" parTransId="{2B096AF2-687C-804B-A88A-2CA4708CC78E}" sibTransId="{C3C2A5C5-AD8D-CE43-A4B9-C355CB1B2BC1}"/>
    <dgm:cxn modelId="{0C8F1084-0070-1743-9858-53AF088CA419}" srcId="{A6C475D6-6004-4F45-A21D-0ED2E12AC5E4}" destId="{643800A1-68A5-5C48-A4A3-B26C55AE3898}" srcOrd="1" destOrd="0" parTransId="{FE1FCDA1-F887-364C-9A07-ACAC2232480B}" sibTransId="{B9E61F01-F696-6649-8FE4-CE46BD43EAAF}"/>
    <dgm:cxn modelId="{51B5DE86-BF3F-C748-85AE-66A78527FE62}" type="presOf" srcId="{6B340DC5-09BF-C449-80EB-C2A896CDD11B}" destId="{DB99AA55-AB0A-C649-985A-27CF2A80A73B}" srcOrd="0" destOrd="1" presId="urn:microsoft.com/office/officeart/2005/8/layout/vList5"/>
    <dgm:cxn modelId="{22000A8C-9D48-E141-9F9E-E92005F5EDB4}" srcId="{7AB088AE-1353-FD49-9B0F-C6CEB7D63F23}" destId="{882EFE17-AEE3-8C45-91AE-375B85694DA4}" srcOrd="2" destOrd="0" parTransId="{9974EA28-C82E-6F4F-B3E2-B2EA375B8428}" sibTransId="{5FCEB450-031F-C547-99F6-B2D7535D373E}"/>
    <dgm:cxn modelId="{DE0EB493-744B-F34D-A1FA-01B2A9342E72}" srcId="{60EB3EA6-064F-DF43-9BA0-608250C516F3}" destId="{6B340DC5-09BF-C449-80EB-C2A896CDD11B}" srcOrd="1" destOrd="0" parTransId="{4C678844-4417-E041-92CC-B60324EF8323}" sibTransId="{558C583A-3B45-FF42-8F8C-2D8A9756EE9B}"/>
    <dgm:cxn modelId="{E41CE69C-DE17-EF4E-B47E-160A335E2CF1}" type="presOf" srcId="{689DD240-837C-4B4A-B22D-3450986B2F91}" destId="{162986C4-AB02-334A-8BDD-8010F0AE68FD}" srcOrd="0" destOrd="1" presId="urn:microsoft.com/office/officeart/2005/8/layout/vList5"/>
    <dgm:cxn modelId="{D33EC6A0-17F3-BD45-896A-6BC4B6EBE7F0}" srcId="{A6C475D6-6004-4F45-A21D-0ED2E12AC5E4}" destId="{7AB088AE-1353-FD49-9B0F-C6CEB7D63F23}" srcOrd="2" destOrd="0" parTransId="{4E3DE015-E5BB-644A-86AB-08FCCE2051F3}" sibTransId="{25D3250C-10BB-124B-99C7-EBC34EE1DE5C}"/>
    <dgm:cxn modelId="{0917F4A2-B9DB-5C4C-BF17-900EE5132A93}" srcId="{4C669857-053A-EC45-9AAA-755F7D0750DB}" destId="{889C84FA-2071-4C41-85B2-1D406C1401E2}" srcOrd="1" destOrd="0" parTransId="{C85B4E80-1323-0E4A-9EEC-7F545B407E52}" sibTransId="{971841E6-877D-7F48-B5F8-5DD33C267EAC}"/>
    <dgm:cxn modelId="{4B1C39A4-3DBA-5048-B1CA-DF61A4E3C406}" type="presOf" srcId="{F8929933-BB80-A848-8D67-CB32B0818DA0}" destId="{169FDFB2-EB99-7447-8C63-D51BB503B027}" srcOrd="0" destOrd="1" presId="urn:microsoft.com/office/officeart/2005/8/layout/vList5"/>
    <dgm:cxn modelId="{5667FAA4-6DDC-3F49-915B-ABD5F3B282F9}" type="presOf" srcId="{E04AB083-210E-3243-AEBA-928B46EF3A9A}" destId="{162986C4-AB02-334A-8BDD-8010F0AE68FD}" srcOrd="0" destOrd="2" presId="urn:microsoft.com/office/officeart/2005/8/layout/vList5"/>
    <dgm:cxn modelId="{48FD09A7-29C7-1F4F-8556-04E83F697456}" type="presOf" srcId="{889C84FA-2071-4C41-85B2-1D406C1401E2}" destId="{0AB21DAF-6A0C-8143-9B76-D93A8E328F2C}" srcOrd="0" destOrd="1" presId="urn:microsoft.com/office/officeart/2005/8/layout/vList5"/>
    <dgm:cxn modelId="{F94338AC-E675-AD45-81B5-1EC7CCF64D36}" srcId="{643800A1-68A5-5C48-A4A3-B26C55AE3898}" destId="{412A7978-4262-454E-95CC-C78BD00C0768}" srcOrd="3" destOrd="0" parTransId="{2D172E29-FAAD-E941-836C-C360630A5A56}" sibTransId="{4FBE17F1-F3F2-594A-99AA-E9A79CDDE5EB}"/>
    <dgm:cxn modelId="{AF9C76AD-3557-FE44-982F-45FE985A83B5}" srcId="{A6C475D6-6004-4F45-A21D-0ED2E12AC5E4}" destId="{4C669857-053A-EC45-9AAA-755F7D0750DB}" srcOrd="0" destOrd="0" parTransId="{5DA3C52B-3294-C249-B7FB-FB16957E2EAB}" sibTransId="{F2FA3E47-BF56-AB43-A877-113BFEB039C9}"/>
    <dgm:cxn modelId="{22115AD3-EABE-DE4D-9791-C2F761C0D950}" type="presOf" srcId="{40226B8D-B50D-DB42-8CCA-9E861CB2657E}" destId="{DB99AA55-AB0A-C649-985A-27CF2A80A73B}" srcOrd="0" destOrd="0" presId="urn:microsoft.com/office/officeart/2005/8/layout/vList5"/>
    <dgm:cxn modelId="{EDEF72D9-1FC5-CB4D-9AE7-DE177FF14396}" srcId="{643800A1-68A5-5C48-A4A3-B26C55AE3898}" destId="{E04AB083-210E-3243-AEBA-928B46EF3A9A}" srcOrd="2" destOrd="0" parTransId="{86D2E60B-8223-374C-BD64-64036D5DD39D}" sibTransId="{2D3624C5-4F0E-6143-AD3B-A05A94D9608F}"/>
    <dgm:cxn modelId="{BDE3B4E0-587A-1747-BEB0-C9256DBF2D55}" type="presOf" srcId="{4C669857-053A-EC45-9AAA-755F7D0750DB}" destId="{63DC6A1C-7143-E644-8EDA-592D20E543B3}" srcOrd="0" destOrd="0" presId="urn:microsoft.com/office/officeart/2005/8/layout/vList5"/>
    <dgm:cxn modelId="{8A4E0FE4-7C67-E04A-A331-D7949BAC3485}" srcId="{643800A1-68A5-5C48-A4A3-B26C55AE3898}" destId="{689DD240-837C-4B4A-B22D-3450986B2F91}" srcOrd="1" destOrd="0" parTransId="{E7685421-BBF1-3447-A173-FA3B7BA9AF73}" sibTransId="{C1A45D50-F30E-1947-8C76-390374342BE3}"/>
    <dgm:cxn modelId="{D2C716E7-698E-C742-8350-5473706DD2D4}" srcId="{643800A1-68A5-5C48-A4A3-B26C55AE3898}" destId="{E725330B-00E8-4643-886B-63BCB9549011}" srcOrd="0" destOrd="0" parTransId="{2C99F536-263B-804D-8C23-34C4DC6CAC6A}" sibTransId="{592D4948-F1FF-4A4F-8AC9-77AAAF2CFBE6}"/>
    <dgm:cxn modelId="{333E19F3-3520-804A-938E-76970699B00A}" type="presOf" srcId="{C492617A-6D52-C643-A569-62B51C84EDD3}" destId="{169FDFB2-EB99-7447-8C63-D51BB503B027}" srcOrd="0" destOrd="0" presId="urn:microsoft.com/office/officeart/2005/8/layout/vList5"/>
    <dgm:cxn modelId="{5D3D61F7-340C-8C40-A3E3-982119E1F060}" type="presOf" srcId="{7C9B1ED9-250B-AC4A-86EE-D5892E19AF0D}" destId="{169FDFB2-EB99-7447-8C63-D51BB503B027}" srcOrd="0" destOrd="4" presId="urn:microsoft.com/office/officeart/2005/8/layout/vList5"/>
    <dgm:cxn modelId="{C47729F9-4182-AB44-B23D-77EBAB30BAA5}" srcId="{7AB088AE-1353-FD49-9B0F-C6CEB7D63F23}" destId="{C492617A-6D52-C643-A569-62B51C84EDD3}" srcOrd="0" destOrd="0" parTransId="{AA883087-D7DA-4F41-B1F7-047AC47301AB}" sibTransId="{CB9E6869-7663-9B49-A47B-86372A227A86}"/>
    <dgm:cxn modelId="{86040EFC-582F-0046-9E03-E38B94B4DC07}" type="presOf" srcId="{7AB088AE-1353-FD49-9B0F-C6CEB7D63F23}" destId="{8D77CADC-29D3-D341-99E1-8728DB7102B8}" srcOrd="0" destOrd="0" presId="urn:microsoft.com/office/officeart/2005/8/layout/vList5"/>
    <dgm:cxn modelId="{00D63DFE-09F2-CA44-ADCB-4F95C9C500C1}" type="presOf" srcId="{412A7978-4262-454E-95CC-C78BD00C0768}" destId="{162986C4-AB02-334A-8BDD-8010F0AE68FD}" srcOrd="0" destOrd="3" presId="urn:microsoft.com/office/officeart/2005/8/layout/vList5"/>
    <dgm:cxn modelId="{8B0F7613-6098-B44A-9146-777F0D0BBE30}" type="presParOf" srcId="{B0C6273A-0105-5348-85FE-3A68FB8264F6}" destId="{F4E5FD44-5BE3-BC42-997B-EF8AB996F628}" srcOrd="0" destOrd="0" presId="urn:microsoft.com/office/officeart/2005/8/layout/vList5"/>
    <dgm:cxn modelId="{C8DE0EB3-A38F-3F4D-B3DF-18D69F1AA9BA}" type="presParOf" srcId="{F4E5FD44-5BE3-BC42-997B-EF8AB996F628}" destId="{63DC6A1C-7143-E644-8EDA-592D20E543B3}" srcOrd="0" destOrd="0" presId="urn:microsoft.com/office/officeart/2005/8/layout/vList5"/>
    <dgm:cxn modelId="{E1EC1AEC-EE7B-384A-9EBD-50AF391D84F6}" type="presParOf" srcId="{F4E5FD44-5BE3-BC42-997B-EF8AB996F628}" destId="{0AB21DAF-6A0C-8143-9B76-D93A8E328F2C}" srcOrd="1" destOrd="0" presId="urn:microsoft.com/office/officeart/2005/8/layout/vList5"/>
    <dgm:cxn modelId="{99FA0410-4384-FF42-8C02-B516F433D445}" type="presParOf" srcId="{B0C6273A-0105-5348-85FE-3A68FB8264F6}" destId="{4DCE1786-2BAA-3840-9272-BAF93E2B1371}" srcOrd="1" destOrd="0" presId="urn:microsoft.com/office/officeart/2005/8/layout/vList5"/>
    <dgm:cxn modelId="{47C5C933-793A-7A43-B002-F3736E6D2DC8}" type="presParOf" srcId="{B0C6273A-0105-5348-85FE-3A68FB8264F6}" destId="{61E4386F-1CF3-8D49-8F94-3D14175F8198}" srcOrd="2" destOrd="0" presId="urn:microsoft.com/office/officeart/2005/8/layout/vList5"/>
    <dgm:cxn modelId="{CC7F493E-E07F-6441-AE6A-5B64010DC2C1}" type="presParOf" srcId="{61E4386F-1CF3-8D49-8F94-3D14175F8198}" destId="{E61C1661-E4A4-3F4D-BAC2-3FA412267F75}" srcOrd="0" destOrd="0" presId="urn:microsoft.com/office/officeart/2005/8/layout/vList5"/>
    <dgm:cxn modelId="{A2446A7B-FB77-8543-9727-E3D0B4CA718E}" type="presParOf" srcId="{61E4386F-1CF3-8D49-8F94-3D14175F8198}" destId="{162986C4-AB02-334A-8BDD-8010F0AE68FD}" srcOrd="1" destOrd="0" presId="urn:microsoft.com/office/officeart/2005/8/layout/vList5"/>
    <dgm:cxn modelId="{C45ADE15-A636-1549-B9C7-127838444F7F}" type="presParOf" srcId="{B0C6273A-0105-5348-85FE-3A68FB8264F6}" destId="{B86619F2-1073-8E40-88CC-AFD6CADC36CC}" srcOrd="3" destOrd="0" presId="urn:microsoft.com/office/officeart/2005/8/layout/vList5"/>
    <dgm:cxn modelId="{BEEAA83F-6E63-C444-B84F-E6567853AA34}" type="presParOf" srcId="{B0C6273A-0105-5348-85FE-3A68FB8264F6}" destId="{70FB6BA2-AE25-CF4D-8CCC-4DB9FBE3329D}" srcOrd="4" destOrd="0" presId="urn:microsoft.com/office/officeart/2005/8/layout/vList5"/>
    <dgm:cxn modelId="{D978500A-E170-D24B-9F8A-5A2B61D05F91}" type="presParOf" srcId="{70FB6BA2-AE25-CF4D-8CCC-4DB9FBE3329D}" destId="{8D77CADC-29D3-D341-99E1-8728DB7102B8}" srcOrd="0" destOrd="0" presId="urn:microsoft.com/office/officeart/2005/8/layout/vList5"/>
    <dgm:cxn modelId="{AD4BAE5F-D2A6-7F49-9002-A33447D78775}" type="presParOf" srcId="{70FB6BA2-AE25-CF4D-8CCC-4DB9FBE3329D}" destId="{169FDFB2-EB99-7447-8C63-D51BB503B027}" srcOrd="1" destOrd="0" presId="urn:microsoft.com/office/officeart/2005/8/layout/vList5"/>
    <dgm:cxn modelId="{E4B55430-E09C-7245-AE12-846F926A8EFA}" type="presParOf" srcId="{B0C6273A-0105-5348-85FE-3A68FB8264F6}" destId="{4CD04C41-EEAA-2E4B-BD6A-2B4A78CB15D6}" srcOrd="5" destOrd="0" presId="urn:microsoft.com/office/officeart/2005/8/layout/vList5"/>
    <dgm:cxn modelId="{085161D7-56B6-634A-B2EE-1077EDE9AFB4}" type="presParOf" srcId="{B0C6273A-0105-5348-85FE-3A68FB8264F6}" destId="{6657CB31-4068-9149-B953-7EF11C600EF2}" srcOrd="6" destOrd="0" presId="urn:microsoft.com/office/officeart/2005/8/layout/vList5"/>
    <dgm:cxn modelId="{609582A2-359A-174B-9C2E-710385D4C29E}" type="presParOf" srcId="{6657CB31-4068-9149-B953-7EF11C600EF2}" destId="{CC566316-3A94-044B-9132-BD13751F2012}" srcOrd="0" destOrd="0" presId="urn:microsoft.com/office/officeart/2005/8/layout/vList5"/>
    <dgm:cxn modelId="{4FC37AE0-2848-AF48-9628-C534828008C3}" type="presParOf" srcId="{6657CB31-4068-9149-B953-7EF11C600EF2}" destId="{DB99AA55-AB0A-C649-985A-27CF2A80A7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2764DE-7A29-AC4B-BC88-9D123DF47104}" type="doc">
      <dgm:prSet loTypeId="urn:microsoft.com/office/officeart/2008/layout/AscendingPictureAccentProcess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8221994F-AE03-7C45-A049-434EA9442628}">
      <dgm:prSet/>
      <dgm:spPr/>
      <dgm:t>
        <a:bodyPr/>
        <a:lstStyle/>
        <a:p>
          <a:r>
            <a:rPr lang="en-GB" b="1" dirty="0"/>
            <a:t>Connecting to the Enterprise safely</a:t>
          </a:r>
          <a:endParaRPr lang="en-FR" dirty="0"/>
        </a:p>
      </dgm:t>
    </dgm:pt>
    <dgm:pt modelId="{79D5D80B-F269-4246-A98B-8A40F5974814}" type="parTrans" cxnId="{355F2D8D-A0D0-8B4D-9919-6D89DEF97AA4}">
      <dgm:prSet/>
      <dgm:spPr/>
      <dgm:t>
        <a:bodyPr/>
        <a:lstStyle/>
        <a:p>
          <a:endParaRPr lang="en-GB"/>
        </a:p>
      </dgm:t>
    </dgm:pt>
    <dgm:pt modelId="{08720F04-9A7F-934E-881A-F8C881B20B35}" type="sibTrans" cxnId="{355F2D8D-A0D0-8B4D-9919-6D89DEF97AA4}">
      <dgm:prSet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GB"/>
        </a:p>
      </dgm:t>
      <dgm:extLst>
        <a:ext uri="{E40237B7-FDA0-4F09-8148-C483321AD2D9}">
          <dgm14:cNvPr xmlns:dgm14="http://schemas.microsoft.com/office/drawing/2010/diagram" id="0" name="" descr="Plugged Unplugged with solid fill"/>
        </a:ext>
      </dgm:extLst>
    </dgm:pt>
    <dgm:pt modelId="{935F96E9-49A0-6B44-8B23-5E2CDDF76270}">
      <dgm:prSet/>
      <dgm:spPr/>
      <dgm:t>
        <a:bodyPr/>
        <a:lstStyle/>
        <a:p>
          <a:pPr rtl="0"/>
          <a:r>
            <a:rPr lang="en-GB" b="1" dirty="0"/>
            <a:t>Identity Propagation ("On-Behalf-Of")</a:t>
          </a:r>
          <a:r>
            <a:rPr lang="en-GB" b="0" dirty="0"/>
            <a:t> The agent impersonates the user: It sees </a:t>
          </a:r>
          <a:r>
            <a:rPr lang="en-GB" b="0" i="1" dirty="0"/>
            <a:t>only</a:t>
          </a:r>
          <a:r>
            <a:rPr lang="en-GB" b="0" i="0" dirty="0"/>
            <a:t> what the user is allowed to see (preserving existing Salesforce/Drive ACLs).</a:t>
          </a:r>
          <a:endParaRPr lang="en-FR" dirty="0"/>
        </a:p>
      </dgm:t>
    </dgm:pt>
    <dgm:pt modelId="{D44FC5C3-2063-CE49-BE6E-98F61862EB5A}" type="parTrans" cxnId="{944828D4-14DA-7240-870B-4110D0205D43}">
      <dgm:prSet/>
      <dgm:spPr/>
      <dgm:t>
        <a:bodyPr/>
        <a:lstStyle/>
        <a:p>
          <a:endParaRPr lang="en-GB"/>
        </a:p>
      </dgm:t>
    </dgm:pt>
    <dgm:pt modelId="{63BAB954-C8B5-E747-B625-1BD5EB0B883C}" type="sibTrans" cxnId="{944828D4-14DA-7240-870B-4110D0205D43}">
      <dgm:prSet/>
      <dgm:spPr/>
      <dgm:t>
        <a:bodyPr/>
        <a:lstStyle/>
        <a:p>
          <a:endParaRPr lang="en-GB"/>
        </a:p>
      </dgm:t>
    </dgm:pt>
    <dgm:pt modelId="{0B3912BE-7E70-364F-AA57-CB54F5BEA69F}">
      <dgm:prSet/>
      <dgm:spPr/>
      <dgm:t>
        <a:bodyPr/>
        <a:lstStyle/>
        <a:p>
          <a:r>
            <a:rPr lang="en-GB" b="1" i="0" dirty="0"/>
            <a:t>Controlled Egress</a:t>
          </a:r>
          <a:endParaRPr lang="en-FR" dirty="0"/>
        </a:p>
      </dgm:t>
    </dgm:pt>
    <dgm:pt modelId="{CF8C2589-370C-5D4E-A8CE-034EBB75A128}" type="parTrans" cxnId="{AFEAD50C-2B0A-F24A-A24E-181CC7ECFD58}">
      <dgm:prSet/>
      <dgm:spPr/>
      <dgm:t>
        <a:bodyPr/>
        <a:lstStyle/>
        <a:p>
          <a:endParaRPr lang="en-GB"/>
        </a:p>
      </dgm:t>
    </dgm:pt>
    <dgm:pt modelId="{BAB260D5-E4AD-D748-A7F6-812CB1DED265}" type="sibTrans" cxnId="{AFEAD50C-2B0A-F24A-A24E-181CC7ECFD58}">
      <dgm:prSet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GB"/>
        </a:p>
      </dgm:t>
      <dgm:extLst>
        <a:ext uri="{E40237B7-FDA0-4F09-8148-C483321AD2D9}">
          <dgm14:cNvPr xmlns:dgm14="http://schemas.microsoft.com/office/drawing/2010/diagram" id="0" name="" descr="Connections outline"/>
        </a:ext>
      </dgm:extLst>
    </dgm:pt>
    <dgm:pt modelId="{C7C6E816-31AC-944C-8909-E39D99193EF6}">
      <dgm:prSet/>
      <dgm:spPr/>
      <dgm:t>
        <a:bodyPr/>
        <a:lstStyle/>
        <a:p>
          <a:r>
            <a:rPr lang="en-GB" i="0" dirty="0"/>
            <a:t>Traffic</a:t>
          </a:r>
          <a:r>
            <a:rPr lang="en-GB" b="0" i="0" dirty="0"/>
            <a:t> flows through </a:t>
          </a:r>
          <a:r>
            <a:rPr lang="en-GB" i="0" dirty="0"/>
            <a:t>Cloud NAT </a:t>
          </a:r>
          <a:r>
            <a:rPr lang="en-GB" b="0" i="0" dirty="0"/>
            <a:t>with static IPs allowlisted by SaaS providers.</a:t>
          </a:r>
          <a:endParaRPr lang="en-FR" dirty="0"/>
        </a:p>
      </dgm:t>
    </dgm:pt>
    <dgm:pt modelId="{1D700B93-82C3-8D43-9770-FFEA34B989C5}" type="parTrans" cxnId="{70206BA0-E7D2-0C47-81E4-9BE7BAC2116D}">
      <dgm:prSet/>
      <dgm:spPr/>
      <dgm:t>
        <a:bodyPr/>
        <a:lstStyle/>
        <a:p>
          <a:endParaRPr lang="en-GB"/>
        </a:p>
      </dgm:t>
    </dgm:pt>
    <dgm:pt modelId="{8F2EB4CC-5DD1-A44E-8D60-AF25D8950412}" type="sibTrans" cxnId="{70206BA0-E7D2-0C47-81E4-9BE7BAC2116D}">
      <dgm:prSet/>
      <dgm:spPr/>
      <dgm:t>
        <a:bodyPr/>
        <a:lstStyle/>
        <a:p>
          <a:endParaRPr lang="en-GB"/>
        </a:p>
      </dgm:t>
    </dgm:pt>
    <dgm:pt modelId="{BC31FD18-8C17-AF47-A104-2D01063AFC3D}" type="pres">
      <dgm:prSet presAssocID="{6C2764DE-7A29-AC4B-BC88-9D123DF47104}" presName="Name0" presStyleCnt="0">
        <dgm:presLayoutVars>
          <dgm:chMax val="7"/>
          <dgm:chPref val="7"/>
          <dgm:dir/>
        </dgm:presLayoutVars>
      </dgm:prSet>
      <dgm:spPr/>
    </dgm:pt>
    <dgm:pt modelId="{A62572B3-08E4-A74F-985B-ACAC7821D5DA}" type="pres">
      <dgm:prSet presAssocID="{6C2764DE-7A29-AC4B-BC88-9D123DF47104}" presName="dot1" presStyleLbl="alignNode1" presStyleIdx="0" presStyleCnt="10"/>
      <dgm:spPr/>
    </dgm:pt>
    <dgm:pt modelId="{44243819-B383-0F4E-A640-63C558D7E9B7}" type="pres">
      <dgm:prSet presAssocID="{6C2764DE-7A29-AC4B-BC88-9D123DF47104}" presName="dot2" presStyleLbl="alignNode1" presStyleIdx="1" presStyleCnt="10"/>
      <dgm:spPr/>
    </dgm:pt>
    <dgm:pt modelId="{EE32A795-BEF9-F044-8F60-F52F43CA37CA}" type="pres">
      <dgm:prSet presAssocID="{6C2764DE-7A29-AC4B-BC88-9D123DF47104}" presName="dot3" presStyleLbl="alignNode1" presStyleIdx="2" presStyleCnt="10"/>
      <dgm:spPr/>
    </dgm:pt>
    <dgm:pt modelId="{A983A22F-2673-6A41-B4C7-DF53D38A4F5E}" type="pres">
      <dgm:prSet presAssocID="{6C2764DE-7A29-AC4B-BC88-9D123DF47104}" presName="dotArrow1" presStyleLbl="alignNode1" presStyleIdx="3" presStyleCnt="10"/>
      <dgm:spPr/>
    </dgm:pt>
    <dgm:pt modelId="{6F173831-47FF-254B-8424-B0A56BFE057A}" type="pres">
      <dgm:prSet presAssocID="{6C2764DE-7A29-AC4B-BC88-9D123DF47104}" presName="dotArrow2" presStyleLbl="alignNode1" presStyleIdx="4" presStyleCnt="10"/>
      <dgm:spPr/>
    </dgm:pt>
    <dgm:pt modelId="{9A188227-B54F-9F42-9042-4ADB2D1889E3}" type="pres">
      <dgm:prSet presAssocID="{6C2764DE-7A29-AC4B-BC88-9D123DF47104}" presName="dotArrow3" presStyleLbl="alignNode1" presStyleIdx="5" presStyleCnt="10"/>
      <dgm:spPr/>
    </dgm:pt>
    <dgm:pt modelId="{24DD7433-E48A-E543-8823-5BE265B179E0}" type="pres">
      <dgm:prSet presAssocID="{6C2764DE-7A29-AC4B-BC88-9D123DF47104}" presName="dotArrow4" presStyleLbl="alignNode1" presStyleIdx="6" presStyleCnt="10"/>
      <dgm:spPr/>
    </dgm:pt>
    <dgm:pt modelId="{723D0814-3ADB-6445-AE9F-F89597A2D8EA}" type="pres">
      <dgm:prSet presAssocID="{6C2764DE-7A29-AC4B-BC88-9D123DF47104}" presName="dotArrow5" presStyleLbl="alignNode1" presStyleIdx="7" presStyleCnt="10"/>
      <dgm:spPr/>
    </dgm:pt>
    <dgm:pt modelId="{9D4DDC7F-5446-304F-9DCB-ABD02BD493B9}" type="pres">
      <dgm:prSet presAssocID="{6C2764DE-7A29-AC4B-BC88-9D123DF47104}" presName="dotArrow6" presStyleLbl="alignNode1" presStyleIdx="8" presStyleCnt="10"/>
      <dgm:spPr/>
    </dgm:pt>
    <dgm:pt modelId="{1D16BD1A-E15B-7E4D-ADD7-C51A04041C7C}" type="pres">
      <dgm:prSet presAssocID="{6C2764DE-7A29-AC4B-BC88-9D123DF47104}" presName="dotArrow7" presStyleLbl="alignNode1" presStyleIdx="9" presStyleCnt="10"/>
      <dgm:spPr/>
    </dgm:pt>
    <dgm:pt modelId="{D1C98DAD-DD69-EB4C-88FC-A293C3BCD457}" type="pres">
      <dgm:prSet presAssocID="{8221994F-AE03-7C45-A049-434EA9442628}" presName="parTx1" presStyleLbl="node1" presStyleIdx="0" presStyleCnt="2"/>
      <dgm:spPr/>
    </dgm:pt>
    <dgm:pt modelId="{78930FF8-120E-C040-93E3-E4A68FC1C3E1}" type="pres">
      <dgm:prSet presAssocID="{8221994F-AE03-7C45-A049-434EA9442628}" presName="desTx1" presStyleLbl="revTx" presStyleIdx="0" presStyleCnt="2">
        <dgm:presLayoutVars>
          <dgm:bulletEnabled val="1"/>
        </dgm:presLayoutVars>
      </dgm:prSet>
      <dgm:spPr/>
    </dgm:pt>
    <dgm:pt modelId="{7004D8D0-3000-5D42-B3D6-54B3CEDC6267}" type="pres">
      <dgm:prSet presAssocID="{08720F04-9A7F-934E-881A-F8C881B20B35}" presName="picture1" presStyleCnt="0"/>
      <dgm:spPr/>
    </dgm:pt>
    <dgm:pt modelId="{AC65585D-5C85-1146-A4C2-8EE71EC7C977}" type="pres">
      <dgm:prSet presAssocID="{08720F04-9A7F-934E-881A-F8C881B20B35}" presName="imageRepeatNode" presStyleLbl="fgImgPlace1" presStyleIdx="0" presStyleCnt="2"/>
      <dgm:spPr/>
    </dgm:pt>
    <dgm:pt modelId="{D5609DB9-F271-C24C-92CB-70FC944851C7}" type="pres">
      <dgm:prSet presAssocID="{0B3912BE-7E70-364F-AA57-CB54F5BEA69F}" presName="parTx2" presStyleLbl="node1" presStyleIdx="1" presStyleCnt="2"/>
      <dgm:spPr/>
    </dgm:pt>
    <dgm:pt modelId="{A3F70925-2513-FB4C-82EB-289DECDA2CBA}" type="pres">
      <dgm:prSet presAssocID="{0B3912BE-7E70-364F-AA57-CB54F5BEA69F}" presName="desTx2" presStyleLbl="revTx" presStyleIdx="1" presStyleCnt="2">
        <dgm:presLayoutVars>
          <dgm:bulletEnabled val="1"/>
        </dgm:presLayoutVars>
      </dgm:prSet>
      <dgm:spPr/>
    </dgm:pt>
    <dgm:pt modelId="{DBB0AEA7-0E17-7140-82C1-B82CB2179029}" type="pres">
      <dgm:prSet presAssocID="{BAB260D5-E4AD-D748-A7F6-812CB1DED265}" presName="picture2" presStyleCnt="0"/>
      <dgm:spPr/>
    </dgm:pt>
    <dgm:pt modelId="{34CE0AB2-E8DB-D845-B6BC-16CE1DE1CD4B}" type="pres">
      <dgm:prSet presAssocID="{BAB260D5-E4AD-D748-A7F6-812CB1DED265}" presName="imageRepeatNode" presStyleLbl="fgImgPlace1" presStyleIdx="1" presStyleCnt="2"/>
      <dgm:spPr/>
    </dgm:pt>
  </dgm:ptLst>
  <dgm:cxnLst>
    <dgm:cxn modelId="{AFEAD50C-2B0A-F24A-A24E-181CC7ECFD58}" srcId="{6C2764DE-7A29-AC4B-BC88-9D123DF47104}" destId="{0B3912BE-7E70-364F-AA57-CB54F5BEA69F}" srcOrd="1" destOrd="0" parTransId="{CF8C2589-370C-5D4E-A8CE-034EBB75A128}" sibTransId="{BAB260D5-E4AD-D748-A7F6-812CB1DED265}"/>
    <dgm:cxn modelId="{FFDD241C-368C-1B49-9601-BD90BCB6624E}" type="presOf" srcId="{08720F04-9A7F-934E-881A-F8C881B20B35}" destId="{AC65585D-5C85-1146-A4C2-8EE71EC7C977}" srcOrd="0" destOrd="0" presId="urn:microsoft.com/office/officeart/2008/layout/AscendingPictureAccentProcess"/>
    <dgm:cxn modelId="{C641FD42-C872-5243-AC6D-DB8DA3BE34FF}" type="presOf" srcId="{6C2764DE-7A29-AC4B-BC88-9D123DF47104}" destId="{BC31FD18-8C17-AF47-A104-2D01063AFC3D}" srcOrd="0" destOrd="0" presId="urn:microsoft.com/office/officeart/2008/layout/AscendingPictureAccentProcess"/>
    <dgm:cxn modelId="{2B54745A-CB3F-F541-8B91-54D7FD8690EA}" type="presOf" srcId="{C7C6E816-31AC-944C-8909-E39D99193EF6}" destId="{A3F70925-2513-FB4C-82EB-289DECDA2CBA}" srcOrd="0" destOrd="0" presId="urn:microsoft.com/office/officeart/2008/layout/AscendingPictureAccentProcess"/>
    <dgm:cxn modelId="{8DCFAF7D-4A1D-F94B-8814-8BEDF729DF1F}" type="presOf" srcId="{935F96E9-49A0-6B44-8B23-5E2CDDF76270}" destId="{78930FF8-120E-C040-93E3-E4A68FC1C3E1}" srcOrd="0" destOrd="0" presId="urn:microsoft.com/office/officeart/2008/layout/AscendingPictureAccentProcess"/>
    <dgm:cxn modelId="{355F2D8D-A0D0-8B4D-9919-6D89DEF97AA4}" srcId="{6C2764DE-7A29-AC4B-BC88-9D123DF47104}" destId="{8221994F-AE03-7C45-A049-434EA9442628}" srcOrd="0" destOrd="0" parTransId="{79D5D80B-F269-4246-A98B-8A40F5974814}" sibTransId="{08720F04-9A7F-934E-881A-F8C881B20B35}"/>
    <dgm:cxn modelId="{EB754592-B5F7-E143-A87A-F00EC4367840}" type="presOf" srcId="{0B3912BE-7E70-364F-AA57-CB54F5BEA69F}" destId="{D5609DB9-F271-C24C-92CB-70FC944851C7}" srcOrd="0" destOrd="0" presId="urn:microsoft.com/office/officeart/2008/layout/AscendingPictureAccentProcess"/>
    <dgm:cxn modelId="{70206BA0-E7D2-0C47-81E4-9BE7BAC2116D}" srcId="{0B3912BE-7E70-364F-AA57-CB54F5BEA69F}" destId="{C7C6E816-31AC-944C-8909-E39D99193EF6}" srcOrd="0" destOrd="0" parTransId="{1D700B93-82C3-8D43-9770-FFEA34B989C5}" sibTransId="{8F2EB4CC-5DD1-A44E-8D60-AF25D8950412}"/>
    <dgm:cxn modelId="{548530C0-53E3-D946-A565-88A26E756A7A}" type="presOf" srcId="{8221994F-AE03-7C45-A049-434EA9442628}" destId="{D1C98DAD-DD69-EB4C-88FC-A293C3BCD457}" srcOrd="0" destOrd="0" presId="urn:microsoft.com/office/officeart/2008/layout/AscendingPictureAccentProcess"/>
    <dgm:cxn modelId="{944828D4-14DA-7240-870B-4110D0205D43}" srcId="{8221994F-AE03-7C45-A049-434EA9442628}" destId="{935F96E9-49A0-6B44-8B23-5E2CDDF76270}" srcOrd="0" destOrd="0" parTransId="{D44FC5C3-2063-CE49-BE6E-98F61862EB5A}" sibTransId="{63BAB954-C8B5-E747-B625-1BD5EB0B883C}"/>
    <dgm:cxn modelId="{06EDDAF7-75D3-2D45-9864-7E236CB6E837}" type="presOf" srcId="{BAB260D5-E4AD-D748-A7F6-812CB1DED265}" destId="{34CE0AB2-E8DB-D845-B6BC-16CE1DE1CD4B}" srcOrd="0" destOrd="0" presId="urn:microsoft.com/office/officeart/2008/layout/AscendingPictureAccentProcess"/>
    <dgm:cxn modelId="{32312856-0076-0F41-B5F9-CDAFBA44326A}" type="presParOf" srcId="{BC31FD18-8C17-AF47-A104-2D01063AFC3D}" destId="{A62572B3-08E4-A74F-985B-ACAC7821D5DA}" srcOrd="0" destOrd="0" presId="urn:microsoft.com/office/officeart/2008/layout/AscendingPictureAccentProcess"/>
    <dgm:cxn modelId="{187803F3-C2A6-6247-9A14-CACC239FA522}" type="presParOf" srcId="{BC31FD18-8C17-AF47-A104-2D01063AFC3D}" destId="{44243819-B383-0F4E-A640-63C558D7E9B7}" srcOrd="1" destOrd="0" presId="urn:microsoft.com/office/officeart/2008/layout/AscendingPictureAccentProcess"/>
    <dgm:cxn modelId="{3E01D4ED-5886-8E42-BC4E-C33DB2D58CAE}" type="presParOf" srcId="{BC31FD18-8C17-AF47-A104-2D01063AFC3D}" destId="{EE32A795-BEF9-F044-8F60-F52F43CA37CA}" srcOrd="2" destOrd="0" presId="urn:microsoft.com/office/officeart/2008/layout/AscendingPictureAccentProcess"/>
    <dgm:cxn modelId="{5A8A127F-720C-9B48-A47C-205D20C515FF}" type="presParOf" srcId="{BC31FD18-8C17-AF47-A104-2D01063AFC3D}" destId="{A983A22F-2673-6A41-B4C7-DF53D38A4F5E}" srcOrd="3" destOrd="0" presId="urn:microsoft.com/office/officeart/2008/layout/AscendingPictureAccentProcess"/>
    <dgm:cxn modelId="{3C853765-9ED4-814F-AD58-5C3B9F560922}" type="presParOf" srcId="{BC31FD18-8C17-AF47-A104-2D01063AFC3D}" destId="{6F173831-47FF-254B-8424-B0A56BFE057A}" srcOrd="4" destOrd="0" presId="urn:microsoft.com/office/officeart/2008/layout/AscendingPictureAccentProcess"/>
    <dgm:cxn modelId="{810889CE-73B4-9A48-8AD9-E8E1FB44244A}" type="presParOf" srcId="{BC31FD18-8C17-AF47-A104-2D01063AFC3D}" destId="{9A188227-B54F-9F42-9042-4ADB2D1889E3}" srcOrd="5" destOrd="0" presId="urn:microsoft.com/office/officeart/2008/layout/AscendingPictureAccentProcess"/>
    <dgm:cxn modelId="{476A12AF-978B-5944-80CF-BB8E1FD03C14}" type="presParOf" srcId="{BC31FD18-8C17-AF47-A104-2D01063AFC3D}" destId="{24DD7433-E48A-E543-8823-5BE265B179E0}" srcOrd="6" destOrd="0" presId="urn:microsoft.com/office/officeart/2008/layout/AscendingPictureAccentProcess"/>
    <dgm:cxn modelId="{A336605B-8E2E-AB45-A383-129C9797ECDB}" type="presParOf" srcId="{BC31FD18-8C17-AF47-A104-2D01063AFC3D}" destId="{723D0814-3ADB-6445-AE9F-F89597A2D8EA}" srcOrd="7" destOrd="0" presId="urn:microsoft.com/office/officeart/2008/layout/AscendingPictureAccentProcess"/>
    <dgm:cxn modelId="{F0B5BFDF-E9A8-9349-8B50-A65D9F2C6891}" type="presParOf" srcId="{BC31FD18-8C17-AF47-A104-2D01063AFC3D}" destId="{9D4DDC7F-5446-304F-9DCB-ABD02BD493B9}" srcOrd="8" destOrd="0" presId="urn:microsoft.com/office/officeart/2008/layout/AscendingPictureAccentProcess"/>
    <dgm:cxn modelId="{8BE7590C-C0D1-D24A-9B20-517B26DF6F4F}" type="presParOf" srcId="{BC31FD18-8C17-AF47-A104-2D01063AFC3D}" destId="{1D16BD1A-E15B-7E4D-ADD7-C51A04041C7C}" srcOrd="9" destOrd="0" presId="urn:microsoft.com/office/officeart/2008/layout/AscendingPictureAccentProcess"/>
    <dgm:cxn modelId="{5EFB9020-675D-104E-A1B7-00048F317CEE}" type="presParOf" srcId="{BC31FD18-8C17-AF47-A104-2D01063AFC3D}" destId="{D1C98DAD-DD69-EB4C-88FC-A293C3BCD457}" srcOrd="10" destOrd="0" presId="urn:microsoft.com/office/officeart/2008/layout/AscendingPictureAccentProcess"/>
    <dgm:cxn modelId="{557BFD23-611C-1442-8CBA-A8780BA04685}" type="presParOf" srcId="{BC31FD18-8C17-AF47-A104-2D01063AFC3D}" destId="{78930FF8-120E-C040-93E3-E4A68FC1C3E1}" srcOrd="11" destOrd="0" presId="urn:microsoft.com/office/officeart/2008/layout/AscendingPictureAccentProcess"/>
    <dgm:cxn modelId="{8263C89A-CEBA-DC44-B780-58A50D0CF908}" type="presParOf" srcId="{BC31FD18-8C17-AF47-A104-2D01063AFC3D}" destId="{7004D8D0-3000-5D42-B3D6-54B3CEDC6267}" srcOrd="12" destOrd="0" presId="urn:microsoft.com/office/officeart/2008/layout/AscendingPictureAccentProcess"/>
    <dgm:cxn modelId="{718B050C-15A3-F940-86EB-A4F83E8F0119}" type="presParOf" srcId="{7004D8D0-3000-5D42-B3D6-54B3CEDC6267}" destId="{AC65585D-5C85-1146-A4C2-8EE71EC7C977}" srcOrd="0" destOrd="0" presId="urn:microsoft.com/office/officeart/2008/layout/AscendingPictureAccentProcess"/>
    <dgm:cxn modelId="{FCA035EC-7042-684A-9FDD-BF4BFCCC35BF}" type="presParOf" srcId="{BC31FD18-8C17-AF47-A104-2D01063AFC3D}" destId="{D5609DB9-F271-C24C-92CB-70FC944851C7}" srcOrd="13" destOrd="0" presId="urn:microsoft.com/office/officeart/2008/layout/AscendingPictureAccentProcess"/>
    <dgm:cxn modelId="{720FE580-2980-5F47-B7CA-6D53AEC85BDB}" type="presParOf" srcId="{BC31FD18-8C17-AF47-A104-2D01063AFC3D}" destId="{A3F70925-2513-FB4C-82EB-289DECDA2CBA}" srcOrd="14" destOrd="0" presId="urn:microsoft.com/office/officeart/2008/layout/AscendingPictureAccentProcess"/>
    <dgm:cxn modelId="{BC6ECE5A-100C-404C-9A6F-897600EC72BF}" type="presParOf" srcId="{BC31FD18-8C17-AF47-A104-2D01063AFC3D}" destId="{DBB0AEA7-0E17-7140-82C1-B82CB2179029}" srcOrd="15" destOrd="0" presId="urn:microsoft.com/office/officeart/2008/layout/AscendingPictureAccentProcess"/>
    <dgm:cxn modelId="{E9295BE1-BB27-8C4B-8F2E-3D76793DC6C1}" type="presParOf" srcId="{DBB0AEA7-0E17-7140-82C1-B82CB2179029}" destId="{34CE0AB2-E8DB-D845-B6BC-16CE1DE1CD4B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BC272-3115-BD4D-91E4-D03B0D679FD7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71C65-1976-3649-8A82-00400063B78E}">
      <dsp:nvSpPr>
        <dsp:cNvPr id="0" name=""/>
        <dsp:cNvSpPr/>
      </dsp:nvSpPr>
      <dsp:spPr>
        <a:xfrm>
          <a:off x="0" y="0"/>
          <a:ext cx="1645920" cy="3481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chemeClr val="tx1"/>
              </a:solidFill>
            </a:rPr>
            <a:t>Objective</a:t>
          </a:r>
          <a:endParaRPr lang="en-FR" sz="2400" kern="1200" dirty="0">
            <a:solidFill>
              <a:schemeClr val="tx1"/>
            </a:solidFill>
          </a:endParaRPr>
        </a:p>
      </dsp:txBody>
      <dsp:txXfrm>
        <a:off x="0" y="0"/>
        <a:ext cx="1645920" cy="3481205"/>
      </dsp:txXfrm>
    </dsp:sp>
    <dsp:sp modelId="{CC8FE481-CC59-3D4D-A179-A17536BB5313}">
      <dsp:nvSpPr>
        <dsp:cNvPr id="0" name=""/>
        <dsp:cNvSpPr/>
      </dsp:nvSpPr>
      <dsp:spPr>
        <a:xfrm>
          <a:off x="1769364" y="158082"/>
          <a:ext cx="6460236" cy="316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Create an Agentic-powered "Virtual Team" that executes complex tasks while keeping the human in the loop for actions.</a:t>
          </a:r>
          <a:endParaRPr lang="en-FR" sz="3200" kern="1200" dirty="0"/>
        </a:p>
      </dsp:txBody>
      <dsp:txXfrm>
        <a:off x="1769364" y="158082"/>
        <a:ext cx="6460236" cy="3161641"/>
      </dsp:txXfrm>
    </dsp:sp>
    <dsp:sp modelId="{8811B3DE-142E-7349-9D45-7943FADC5059}">
      <dsp:nvSpPr>
        <dsp:cNvPr id="0" name=""/>
        <dsp:cNvSpPr/>
      </dsp:nvSpPr>
      <dsp:spPr>
        <a:xfrm>
          <a:off x="1645920" y="3319723"/>
          <a:ext cx="65836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9B753-F6E0-494E-BAD6-C83C07E1FCB2}">
      <dsp:nvSpPr>
        <dsp:cNvPr id="0" name=""/>
        <dsp:cNvSpPr/>
      </dsp:nvSpPr>
      <dsp:spPr>
        <a:xfrm>
          <a:off x="0" y="2408"/>
          <a:ext cx="83583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EBAAD-DE31-8049-A136-B99060429BC5}">
      <dsp:nvSpPr>
        <dsp:cNvPr id="0" name=""/>
        <dsp:cNvSpPr/>
      </dsp:nvSpPr>
      <dsp:spPr>
        <a:xfrm>
          <a:off x="0" y="2408"/>
          <a:ext cx="1671677" cy="1642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en-FR" sz="1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408"/>
        <a:ext cx="1671677" cy="1642659"/>
      </dsp:txXfrm>
    </dsp:sp>
    <dsp:sp modelId="{8C3173ED-311C-E145-BCF9-C622F4E7ECEA}">
      <dsp:nvSpPr>
        <dsp:cNvPr id="0" name=""/>
        <dsp:cNvSpPr/>
      </dsp:nvSpPr>
      <dsp:spPr>
        <a:xfrm>
          <a:off x="1797053" y="17888"/>
          <a:ext cx="6561335" cy="30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LangGraph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for 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orchestration, </a:t>
          </a:r>
          <a:r>
            <a:rPr lang="en-GB" sz="17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LangChain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 for native tools</a:t>
          </a:r>
          <a:endParaRPr lang="en-FR" sz="1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7053" y="17888"/>
        <a:ext cx="6561335" cy="309602"/>
      </dsp:txXfrm>
    </dsp:sp>
    <dsp:sp modelId="{9D425CB1-71A5-3E48-BF05-4E867AAF5334}">
      <dsp:nvSpPr>
        <dsp:cNvPr id="0" name=""/>
        <dsp:cNvSpPr/>
      </dsp:nvSpPr>
      <dsp:spPr>
        <a:xfrm>
          <a:off x="1671677" y="327491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9F8C7-A414-8540-B01C-22B23AFDCC4D}">
      <dsp:nvSpPr>
        <dsp:cNvPr id="0" name=""/>
        <dsp:cNvSpPr/>
      </dsp:nvSpPr>
      <dsp:spPr>
        <a:xfrm>
          <a:off x="1797053" y="342971"/>
          <a:ext cx="6561335" cy="30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CrewAI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 for 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agent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 implementation</a:t>
          </a:r>
          <a:endParaRPr lang="en-FR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7053" y="342971"/>
        <a:ext cx="6561335" cy="309602"/>
      </dsp:txXfrm>
    </dsp:sp>
    <dsp:sp modelId="{999162E4-42E7-8C4D-B814-E1B3159AFA16}">
      <dsp:nvSpPr>
        <dsp:cNvPr id="0" name=""/>
        <dsp:cNvSpPr/>
      </dsp:nvSpPr>
      <dsp:spPr>
        <a:xfrm>
          <a:off x="1671677" y="652574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9E01C-4E39-A143-A9E1-4E7724993BE3}">
      <dsp:nvSpPr>
        <dsp:cNvPr id="0" name=""/>
        <dsp:cNvSpPr/>
      </dsp:nvSpPr>
      <dsp:spPr>
        <a:xfrm>
          <a:off x="1797053" y="668054"/>
          <a:ext cx="6561335" cy="30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FastAPI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  for the async server runtime.</a:t>
          </a:r>
        </a:p>
      </dsp:txBody>
      <dsp:txXfrm>
        <a:off x="1797053" y="668054"/>
        <a:ext cx="6561335" cy="309602"/>
      </dsp:txXfrm>
    </dsp:sp>
    <dsp:sp modelId="{C31F433C-EE65-5946-BE7B-844803DC96B7}">
      <dsp:nvSpPr>
        <dsp:cNvPr id="0" name=""/>
        <dsp:cNvSpPr/>
      </dsp:nvSpPr>
      <dsp:spPr>
        <a:xfrm>
          <a:off x="1671677" y="977657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70C09-70AE-6846-B363-4529FB3B281D}">
      <dsp:nvSpPr>
        <dsp:cNvPr id="0" name=""/>
        <dsp:cNvSpPr/>
      </dsp:nvSpPr>
      <dsp:spPr>
        <a:xfrm>
          <a:off x="1797053" y="993137"/>
          <a:ext cx="6561335" cy="30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FastMCP</a:t>
          </a:r>
          <a:r>
            <a:rPr lang="en-GB" sz="17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for MCP server/client</a:t>
          </a:r>
        </a:p>
      </dsp:txBody>
      <dsp:txXfrm>
        <a:off x="1797053" y="993137"/>
        <a:ext cx="6561335" cy="309602"/>
      </dsp:txXfrm>
    </dsp:sp>
    <dsp:sp modelId="{61628B97-F417-914E-A735-24755D579BA4}">
      <dsp:nvSpPr>
        <dsp:cNvPr id="0" name=""/>
        <dsp:cNvSpPr/>
      </dsp:nvSpPr>
      <dsp:spPr>
        <a:xfrm>
          <a:off x="1671677" y="1302740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E2E66-CDEE-6247-8919-CF0E48226A0A}">
      <dsp:nvSpPr>
        <dsp:cNvPr id="0" name=""/>
        <dsp:cNvSpPr/>
      </dsp:nvSpPr>
      <dsp:spPr>
        <a:xfrm>
          <a:off x="1797053" y="1318220"/>
          <a:ext cx="6561335" cy="30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Terraform: Infrastructure as a Service</a:t>
          </a:r>
        </a:p>
      </dsp:txBody>
      <dsp:txXfrm>
        <a:off x="1797053" y="1318220"/>
        <a:ext cx="6561335" cy="309602"/>
      </dsp:txXfrm>
    </dsp:sp>
    <dsp:sp modelId="{DCA20C24-8F1B-BE4C-8B86-BFCD7ED3353A}">
      <dsp:nvSpPr>
        <dsp:cNvPr id="0" name=""/>
        <dsp:cNvSpPr/>
      </dsp:nvSpPr>
      <dsp:spPr>
        <a:xfrm>
          <a:off x="1671677" y="1627823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1C708-74AE-4048-BECC-C76F1415F8A0}">
      <dsp:nvSpPr>
        <dsp:cNvPr id="0" name=""/>
        <dsp:cNvSpPr/>
      </dsp:nvSpPr>
      <dsp:spPr>
        <a:xfrm>
          <a:off x="0" y="1645068"/>
          <a:ext cx="83583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C96CD-4167-0C4D-86EA-D0586DD5B2C7}">
      <dsp:nvSpPr>
        <dsp:cNvPr id="0" name=""/>
        <dsp:cNvSpPr/>
      </dsp:nvSpPr>
      <dsp:spPr>
        <a:xfrm>
          <a:off x="0" y="1645068"/>
          <a:ext cx="1671677" cy="1642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Observability</a:t>
          </a:r>
          <a:endParaRPr lang="en-FR" sz="1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645068"/>
        <a:ext cx="1671677" cy="1642659"/>
      </dsp:txXfrm>
    </dsp:sp>
    <dsp:sp modelId="{B2E3178C-1F53-154B-BA3A-B84A3B8E6722}">
      <dsp:nvSpPr>
        <dsp:cNvPr id="0" name=""/>
        <dsp:cNvSpPr/>
      </dsp:nvSpPr>
      <dsp:spPr>
        <a:xfrm>
          <a:off x="1797053" y="1719661"/>
          <a:ext cx="6561335" cy="149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LangGraph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 Monitoring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 traces every 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graph node state 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transition, exported to </a:t>
          </a:r>
          <a:r>
            <a:rPr lang="en-GB" sz="1700" b="1" i="0" kern="1200" dirty="0">
              <a:latin typeface="Arial" panose="020B0604020202020204" pitchFamily="34" charset="0"/>
              <a:cs typeface="Arial" panose="020B0604020202020204" pitchFamily="34" charset="0"/>
            </a:rPr>
            <a:t>Cloud Logging </a:t>
          </a:r>
          <a:r>
            <a:rPr lang="en-GB" sz="1700" b="0" i="0" kern="1200" dirty="0">
              <a:latin typeface="Arial" panose="020B0604020202020204" pitchFamily="34" charset="0"/>
              <a:cs typeface="Arial" panose="020B0604020202020204" pitchFamily="34" charset="0"/>
            </a:rPr>
            <a:t>and Cloud Trace(Grafana) for production monitoring.</a:t>
          </a:r>
          <a:endParaRPr lang="en-FR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7053" y="1719661"/>
        <a:ext cx="6561335" cy="1491868"/>
      </dsp:txXfrm>
    </dsp:sp>
    <dsp:sp modelId="{ACB88B4F-0941-6944-833A-3D527A1BBCE8}">
      <dsp:nvSpPr>
        <dsp:cNvPr id="0" name=""/>
        <dsp:cNvSpPr/>
      </dsp:nvSpPr>
      <dsp:spPr>
        <a:xfrm>
          <a:off x="1671677" y="3211530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98A043-8ADA-6C43-8236-5D6D89D93B3C}">
      <dsp:nvSpPr>
        <dsp:cNvPr id="0" name=""/>
        <dsp:cNvSpPr/>
      </dsp:nvSpPr>
      <dsp:spPr>
        <a:xfrm>
          <a:off x="0" y="3287728"/>
          <a:ext cx="83583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A059E-91AC-6B4C-8686-FF015BEDA72F}">
      <dsp:nvSpPr>
        <dsp:cNvPr id="0" name=""/>
        <dsp:cNvSpPr/>
      </dsp:nvSpPr>
      <dsp:spPr>
        <a:xfrm>
          <a:off x="0" y="3287728"/>
          <a:ext cx="1671677" cy="1642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Governance</a:t>
          </a:r>
          <a:endParaRPr lang="en-GB" sz="1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87728"/>
        <a:ext cx="1671677" cy="1642659"/>
      </dsp:txXfrm>
    </dsp:sp>
    <dsp:sp modelId="{99BEF9F6-6E46-3F4C-B593-FFEE3A9E8E47}">
      <dsp:nvSpPr>
        <dsp:cNvPr id="0" name=""/>
        <dsp:cNvSpPr/>
      </dsp:nvSpPr>
      <dsp:spPr>
        <a:xfrm>
          <a:off x="1797053" y="3325907"/>
          <a:ext cx="6561335" cy="763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kern="1200" dirty="0">
              <a:latin typeface="Arial" panose="020B0604020202020204" pitchFamily="34" charset="0"/>
              <a:cs typeface="Arial" panose="020B0604020202020204" pitchFamily="34" charset="0"/>
            </a:rPr>
            <a:t>Sensitive Data Protection: </a:t>
          </a:r>
          <a:r>
            <a:rPr lang="en-GB" sz="2100" b="0" i="0" kern="1200" dirty="0">
              <a:latin typeface="Arial" panose="020B0604020202020204" pitchFamily="34" charset="0"/>
              <a:cs typeface="Arial" panose="020B0604020202020204" pitchFamily="34" charset="0"/>
            </a:rPr>
            <a:t>(GCP managed service) for PII redaction at ingress</a:t>
          </a:r>
          <a:endParaRPr lang="en-FR" sz="2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7053" y="3325907"/>
        <a:ext cx="6561335" cy="763580"/>
      </dsp:txXfrm>
    </dsp:sp>
    <dsp:sp modelId="{16956F29-6AA6-CC4B-984F-1840035FB9F8}">
      <dsp:nvSpPr>
        <dsp:cNvPr id="0" name=""/>
        <dsp:cNvSpPr/>
      </dsp:nvSpPr>
      <dsp:spPr>
        <a:xfrm>
          <a:off x="1671677" y="4089487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D09FA-6CB9-4146-8F49-C0B1D78EE736}">
      <dsp:nvSpPr>
        <dsp:cNvPr id="0" name=""/>
        <dsp:cNvSpPr/>
      </dsp:nvSpPr>
      <dsp:spPr>
        <a:xfrm>
          <a:off x="1797053" y="4127666"/>
          <a:ext cx="6561335" cy="763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kern="1200" dirty="0">
              <a:latin typeface="Arial" panose="020B0604020202020204" pitchFamily="34" charset="0"/>
              <a:cs typeface="Arial" panose="020B0604020202020204" pitchFamily="34" charset="0"/>
            </a:rPr>
            <a:t>Interrupt-based approval flow for high-risk actions </a:t>
          </a:r>
          <a:r>
            <a:rPr lang="en-GB" sz="2100" b="0" i="0" kern="1200" dirty="0">
              <a:latin typeface="Arial" panose="020B0604020202020204" pitchFamily="34" charset="0"/>
              <a:cs typeface="Arial" panose="020B0604020202020204" pitchFamily="34" charset="0"/>
            </a:rPr>
            <a:t>(Human-in-Loop validated via IAP identity). </a:t>
          </a:r>
          <a:endParaRPr lang="en-GB" sz="2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7053" y="4127666"/>
        <a:ext cx="6561335" cy="763580"/>
      </dsp:txXfrm>
    </dsp:sp>
    <dsp:sp modelId="{E6D574F2-58BB-8941-9D85-29CEF2F39F7D}">
      <dsp:nvSpPr>
        <dsp:cNvPr id="0" name=""/>
        <dsp:cNvSpPr/>
      </dsp:nvSpPr>
      <dsp:spPr>
        <a:xfrm>
          <a:off x="1671677" y="4891246"/>
          <a:ext cx="66867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9736F-8C90-8443-854E-79B8B4E56770}">
      <dsp:nvSpPr>
        <dsp:cNvPr id="0" name=""/>
        <dsp:cNvSpPr/>
      </dsp:nvSpPr>
      <dsp:spPr>
        <a:xfrm>
          <a:off x="0" y="2255"/>
          <a:ext cx="8229600" cy="0"/>
        </a:xfrm>
        <a:prstGeom prst="line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691AE-9FE1-F241-8D52-76FE975FFE21}">
      <dsp:nvSpPr>
        <dsp:cNvPr id="0" name=""/>
        <dsp:cNvSpPr/>
      </dsp:nvSpPr>
      <dsp:spPr>
        <a:xfrm>
          <a:off x="0" y="2255"/>
          <a:ext cx="1645920" cy="1538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latin typeface="Arial" panose="020B0604020202020204" pitchFamily="34" charset="0"/>
              <a:cs typeface="Arial" panose="020B0604020202020204" pitchFamily="34" charset="0"/>
            </a:rPr>
            <a:t>Corporate Knowledge </a:t>
          </a:r>
          <a:r>
            <a:rPr lang="en-GB" sz="1800" kern="1200" dirty="0">
              <a:latin typeface="Arial" panose="020B0604020202020204" pitchFamily="34" charset="0"/>
              <a:cs typeface="Arial" panose="020B0604020202020204" pitchFamily="34" charset="0"/>
            </a:rPr>
            <a:t>(Confluence, Drive)</a:t>
          </a:r>
          <a:endParaRPr lang="en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255"/>
        <a:ext cx="1645920" cy="1538149"/>
      </dsp:txXfrm>
    </dsp:sp>
    <dsp:sp modelId="{4FE005C8-62EE-1942-86B1-1D71E258808C}">
      <dsp:nvSpPr>
        <dsp:cNvPr id="0" name=""/>
        <dsp:cNvSpPr/>
      </dsp:nvSpPr>
      <dsp:spPr>
        <a:xfrm>
          <a:off x="1769364" y="72102"/>
          <a:ext cx="3168396" cy="1396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Arial" panose="020B0604020202020204" pitchFamily="34" charset="0"/>
              <a:cs typeface="Arial" panose="020B0604020202020204" pitchFamily="34" charset="0"/>
            </a:rPr>
            <a:t>Vertex AI Agent Builder</a:t>
          </a:r>
          <a:endParaRPr lang="en-FR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69364" y="72102"/>
        <a:ext cx="3168396" cy="1396952"/>
      </dsp:txXfrm>
    </dsp:sp>
    <dsp:sp modelId="{510377C0-0A33-FC48-A73F-4BF7DAD4B721}">
      <dsp:nvSpPr>
        <dsp:cNvPr id="0" name=""/>
        <dsp:cNvSpPr/>
      </dsp:nvSpPr>
      <dsp:spPr>
        <a:xfrm>
          <a:off x="5061204" y="72102"/>
          <a:ext cx="3168396" cy="1396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rial" panose="020B0604020202020204" pitchFamily="34" charset="0"/>
              <a:cs typeface="Arial" panose="020B0604020202020204" pitchFamily="34" charset="0"/>
            </a:rPr>
            <a:t>Secure with Private Service Connect</a:t>
          </a:r>
          <a:endParaRPr lang="en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61204" y="72102"/>
        <a:ext cx="3168396" cy="1396952"/>
      </dsp:txXfrm>
    </dsp:sp>
    <dsp:sp modelId="{9287A90A-12FF-EC4B-9E93-6EAB40EC5A30}">
      <dsp:nvSpPr>
        <dsp:cNvPr id="0" name=""/>
        <dsp:cNvSpPr/>
      </dsp:nvSpPr>
      <dsp:spPr>
        <a:xfrm>
          <a:off x="1645920" y="1469055"/>
          <a:ext cx="65836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953A8-2551-4C49-8C97-5DDE029DD9D8}">
      <dsp:nvSpPr>
        <dsp:cNvPr id="0" name=""/>
        <dsp:cNvSpPr/>
      </dsp:nvSpPr>
      <dsp:spPr>
        <a:xfrm>
          <a:off x="0" y="1540405"/>
          <a:ext cx="8229600" cy="0"/>
        </a:xfrm>
        <a:prstGeom prst="line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945EB-B846-894A-A77A-4CDBAC1EE207}">
      <dsp:nvSpPr>
        <dsp:cNvPr id="0" name=""/>
        <dsp:cNvSpPr/>
      </dsp:nvSpPr>
      <dsp:spPr>
        <a:xfrm>
          <a:off x="0" y="1540405"/>
          <a:ext cx="1645920" cy="1538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Structured Business Data </a:t>
          </a:r>
          <a:r>
            <a:rPr lang="en-FR" sz="1800" kern="1200" dirty="0">
              <a:latin typeface="Arial" panose="020B0604020202020204" pitchFamily="34" charset="0"/>
              <a:cs typeface="Arial" panose="020B0604020202020204" pitchFamily="34" charset="0"/>
            </a:rPr>
            <a:t>(BigQuery)</a:t>
          </a:r>
        </a:p>
      </dsp:txBody>
      <dsp:txXfrm>
        <a:off x="0" y="1540405"/>
        <a:ext cx="1645920" cy="1538149"/>
      </dsp:txXfrm>
    </dsp:sp>
    <dsp:sp modelId="{B15E3372-B4C3-E84C-BDB2-0DCCC4925E1B}">
      <dsp:nvSpPr>
        <dsp:cNvPr id="0" name=""/>
        <dsp:cNvSpPr/>
      </dsp:nvSpPr>
      <dsp:spPr>
        <a:xfrm>
          <a:off x="1769364" y="1610252"/>
          <a:ext cx="3168396" cy="1396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Semantic Text-to-SQL (Langchain Tool) exposed to agent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text-embedding-004</a:t>
          </a:r>
          <a:endParaRPr lang="en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69364" y="1610252"/>
        <a:ext cx="3168396" cy="1396952"/>
      </dsp:txXfrm>
    </dsp:sp>
    <dsp:sp modelId="{ECBD077E-5488-CC4F-91E7-5EA5D45AF499}">
      <dsp:nvSpPr>
        <dsp:cNvPr id="0" name=""/>
        <dsp:cNvSpPr/>
      </dsp:nvSpPr>
      <dsp:spPr>
        <a:xfrm>
          <a:off x="5061204" y="1610252"/>
          <a:ext cx="3168396" cy="698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Vector Search on preingested(worker based) structured schema embeddings</a:t>
          </a:r>
        </a:p>
      </dsp:txBody>
      <dsp:txXfrm>
        <a:off x="5061204" y="1610252"/>
        <a:ext cx="3168396" cy="698476"/>
      </dsp:txXfrm>
    </dsp:sp>
    <dsp:sp modelId="{7953E117-2E1F-1949-A5D2-763E2668CE41}">
      <dsp:nvSpPr>
        <dsp:cNvPr id="0" name=""/>
        <dsp:cNvSpPr/>
      </dsp:nvSpPr>
      <dsp:spPr>
        <a:xfrm>
          <a:off x="4937760" y="2308728"/>
          <a:ext cx="31683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E5A73-50E1-E046-BEE4-4939F5D05B0A}">
      <dsp:nvSpPr>
        <dsp:cNvPr id="0" name=""/>
        <dsp:cNvSpPr/>
      </dsp:nvSpPr>
      <dsp:spPr>
        <a:xfrm>
          <a:off x="5061204" y="2308728"/>
          <a:ext cx="3168396" cy="698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DRY RUN with authorized functions with Read Only via Service Account</a:t>
          </a:r>
        </a:p>
      </dsp:txBody>
      <dsp:txXfrm>
        <a:off x="5061204" y="2308728"/>
        <a:ext cx="3168396" cy="698476"/>
      </dsp:txXfrm>
    </dsp:sp>
    <dsp:sp modelId="{1E1E0AE3-04EB-594A-B95C-6D22D7E469DD}">
      <dsp:nvSpPr>
        <dsp:cNvPr id="0" name=""/>
        <dsp:cNvSpPr/>
      </dsp:nvSpPr>
      <dsp:spPr>
        <a:xfrm>
          <a:off x="1645920" y="3007205"/>
          <a:ext cx="65836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CC239-A7DE-E54C-A789-992F5A03BC38}">
      <dsp:nvSpPr>
        <dsp:cNvPr id="0" name=""/>
        <dsp:cNvSpPr/>
      </dsp:nvSpPr>
      <dsp:spPr>
        <a:xfrm>
          <a:off x="0" y="3078554"/>
          <a:ext cx="8229600" cy="0"/>
        </a:xfrm>
        <a:prstGeom prst="line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DA69C-85A8-6749-A8C7-58C67F023D73}">
      <dsp:nvSpPr>
        <dsp:cNvPr id="0" name=""/>
        <dsp:cNvSpPr/>
      </dsp:nvSpPr>
      <dsp:spPr>
        <a:xfrm>
          <a:off x="0" y="3078554"/>
          <a:ext cx="1645920" cy="1538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Transient Uploads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078554"/>
        <a:ext cx="1645920" cy="1538149"/>
      </dsp:txXfrm>
    </dsp:sp>
    <dsp:sp modelId="{6356A214-3C79-5E4B-A88A-3F3A7C7494D7}">
      <dsp:nvSpPr>
        <dsp:cNvPr id="0" name=""/>
        <dsp:cNvSpPr/>
      </dsp:nvSpPr>
      <dsp:spPr>
        <a:xfrm>
          <a:off x="1769364" y="3148402"/>
          <a:ext cx="3168396" cy="1396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Presigned URL Upload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Vertex AI Layout-Aware Chunking</a:t>
          </a:r>
          <a:endParaRPr lang="en-FR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text-embedding-004</a:t>
          </a:r>
          <a:endParaRPr lang="en-FR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69364" y="3148402"/>
        <a:ext cx="3168396" cy="1396952"/>
      </dsp:txXfrm>
    </dsp:sp>
    <dsp:sp modelId="{36DFBE70-55C8-5646-8719-8D3030A449F8}">
      <dsp:nvSpPr>
        <dsp:cNvPr id="0" name=""/>
        <dsp:cNvSpPr/>
      </dsp:nvSpPr>
      <dsp:spPr>
        <a:xfrm>
          <a:off x="5061204" y="3148402"/>
          <a:ext cx="3168396" cy="1396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Vertex AI RAG Engine configured for Semantic Chunking</a:t>
          </a:r>
          <a:endParaRPr lang="en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61204" y="3148402"/>
        <a:ext cx="3168396" cy="1396952"/>
      </dsp:txXfrm>
    </dsp:sp>
    <dsp:sp modelId="{ABAE74A8-6076-ED48-AFED-7B01A135C5DC}">
      <dsp:nvSpPr>
        <dsp:cNvPr id="0" name=""/>
        <dsp:cNvSpPr/>
      </dsp:nvSpPr>
      <dsp:spPr>
        <a:xfrm>
          <a:off x="1645920" y="4545354"/>
          <a:ext cx="65836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69857-9FCB-5B40-A0E9-FABCB56E3137}">
      <dsp:nvSpPr>
        <dsp:cNvPr id="0" name=""/>
        <dsp:cNvSpPr/>
      </dsp:nvSpPr>
      <dsp:spPr>
        <a:xfrm>
          <a:off x="0" y="0"/>
          <a:ext cx="7252415" cy="1227818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Build Phase</a:t>
          </a:r>
          <a:endParaRPr lang="en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CapEx</a:t>
          </a:r>
          <a:endParaRPr lang="en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3-6 months. Requires 4-5 FTE Squad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Cloud Architect, Senior AI Engineer, Data Engineer, Dev(s).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Estimated Cost: </a:t>
          </a:r>
          <a:r>
            <a:rPr lang="en-GB" sz="1400" kern="1200" dirty="0">
              <a:latin typeface="Arial" panose="020B0604020202020204" pitchFamily="34" charset="0"/>
              <a:cs typeface="Arial" panose="020B0604020202020204" pitchFamily="34" charset="0"/>
            </a:rPr>
            <a:t>€3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50K-&gt;</a:t>
          </a:r>
          <a:r>
            <a:rPr lang="en-GB" sz="1400" kern="1200" dirty="0">
              <a:latin typeface="Arial" panose="020B0604020202020204" pitchFamily="34" charset="0"/>
              <a:cs typeface="Arial" panose="020B0604020202020204" pitchFamily="34" charset="0"/>
            </a:rPr>
            <a:t>€5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00K</a:t>
          </a:r>
        </a:p>
      </dsp:txBody>
      <dsp:txXfrm>
        <a:off x="35962" y="35962"/>
        <a:ext cx="5927502" cy="1155894"/>
      </dsp:txXfrm>
    </dsp:sp>
    <dsp:sp modelId="{569F8F6A-D012-EF47-A20A-A8D26ABE95CE}">
      <dsp:nvSpPr>
        <dsp:cNvPr id="0" name=""/>
        <dsp:cNvSpPr/>
      </dsp:nvSpPr>
      <dsp:spPr>
        <a:xfrm>
          <a:off x="639918" y="1432454"/>
          <a:ext cx="7252415" cy="1227818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Run Phase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OpEx</a:t>
          </a:r>
          <a:endParaRPr lang="en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Infrastructure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 €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6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5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000-€8,000 / month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Cloud Run, Vector AI,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Cloud SQL, 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LLM Tokens for ~1k users.</a:t>
          </a:r>
        </a:p>
      </dsp:txBody>
      <dsp:txXfrm>
        <a:off x="675880" y="1468416"/>
        <a:ext cx="5742490" cy="1155894"/>
      </dsp:txXfrm>
    </dsp:sp>
    <dsp:sp modelId="{78700E3A-1517-9B44-B8EC-FB4EFC2A2226}">
      <dsp:nvSpPr>
        <dsp:cNvPr id="0" name=""/>
        <dsp:cNvSpPr/>
      </dsp:nvSpPr>
      <dsp:spPr>
        <a:xfrm>
          <a:off x="1279837" y="2864909"/>
          <a:ext cx="7252415" cy="1227818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Operational Team</a:t>
          </a:r>
          <a:endParaRPr lang="en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Requires ~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.5 FTE (Platform Engineer + Data Steward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+ FTE</a:t>
          </a:r>
          <a:r>
            <a:rPr lang="en-FR" sz="1400" kern="1200" dirty="0">
              <a:latin typeface="Arial" panose="020B0604020202020204" pitchFamily="34" charset="0"/>
              <a:cs typeface="Arial" panose="020B0604020202020204" pitchFamily="34" charset="0"/>
            </a:rPr>
            <a:t>) to maintain connectors and governance.</a:t>
          </a:r>
        </a:p>
      </dsp:txBody>
      <dsp:txXfrm>
        <a:off x="1315799" y="2900871"/>
        <a:ext cx="5742490" cy="1155894"/>
      </dsp:txXfrm>
    </dsp:sp>
    <dsp:sp modelId="{E113A162-24EF-C447-BE8C-D8A99ABC32A3}">
      <dsp:nvSpPr>
        <dsp:cNvPr id="0" name=""/>
        <dsp:cNvSpPr/>
      </dsp:nvSpPr>
      <dsp:spPr>
        <a:xfrm>
          <a:off x="6454333" y="931095"/>
          <a:ext cx="798081" cy="79808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6633901" y="931095"/>
        <a:ext cx="438945" cy="600556"/>
      </dsp:txXfrm>
    </dsp:sp>
    <dsp:sp modelId="{E5AF424C-5AE9-B74F-92C8-54F168ACC9B7}">
      <dsp:nvSpPr>
        <dsp:cNvPr id="0" name=""/>
        <dsp:cNvSpPr/>
      </dsp:nvSpPr>
      <dsp:spPr>
        <a:xfrm>
          <a:off x="7094252" y="2355364"/>
          <a:ext cx="798081" cy="79808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7273820" y="2355364"/>
        <a:ext cx="438945" cy="6005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47990-B3B9-1C46-87F7-A6F40CFC3A02}">
      <dsp:nvSpPr>
        <dsp:cNvPr id="0" name=""/>
        <dsp:cNvSpPr/>
      </dsp:nvSpPr>
      <dsp:spPr>
        <a:xfrm>
          <a:off x="627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1</a:t>
          </a:r>
          <a:endParaRPr lang="en-FR" sz="1200" kern="1200" dirty="0"/>
        </a:p>
      </dsp:txBody>
      <dsp:txXfrm>
        <a:off x="101588" y="36681"/>
        <a:ext cx="302884" cy="201922"/>
      </dsp:txXfrm>
    </dsp:sp>
    <dsp:sp modelId="{D946FBF6-0A2F-BC46-9B94-5879F439DFC6}">
      <dsp:nvSpPr>
        <dsp:cNvPr id="0" name=""/>
        <dsp:cNvSpPr/>
      </dsp:nvSpPr>
      <dsp:spPr>
        <a:xfrm>
          <a:off x="454953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2</a:t>
          </a:r>
        </a:p>
      </dsp:txBody>
      <dsp:txXfrm>
        <a:off x="555914" y="36681"/>
        <a:ext cx="302884" cy="201922"/>
      </dsp:txXfrm>
    </dsp:sp>
    <dsp:sp modelId="{477941FB-CE61-9347-97AC-2148120B30A6}">
      <dsp:nvSpPr>
        <dsp:cNvPr id="0" name=""/>
        <dsp:cNvSpPr/>
      </dsp:nvSpPr>
      <dsp:spPr>
        <a:xfrm>
          <a:off x="909279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3</a:t>
          </a:r>
        </a:p>
      </dsp:txBody>
      <dsp:txXfrm>
        <a:off x="1010240" y="36681"/>
        <a:ext cx="302884" cy="201922"/>
      </dsp:txXfrm>
    </dsp:sp>
    <dsp:sp modelId="{487B5AB9-3E5C-FC46-95DB-841BB6A1C030}">
      <dsp:nvSpPr>
        <dsp:cNvPr id="0" name=""/>
        <dsp:cNvSpPr/>
      </dsp:nvSpPr>
      <dsp:spPr>
        <a:xfrm>
          <a:off x="1363604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4</a:t>
          </a:r>
        </a:p>
      </dsp:txBody>
      <dsp:txXfrm>
        <a:off x="1464565" y="36681"/>
        <a:ext cx="302884" cy="201922"/>
      </dsp:txXfrm>
    </dsp:sp>
    <dsp:sp modelId="{EB2E9814-A402-B649-AB39-DF4D2E00D438}">
      <dsp:nvSpPr>
        <dsp:cNvPr id="0" name=""/>
        <dsp:cNvSpPr/>
      </dsp:nvSpPr>
      <dsp:spPr>
        <a:xfrm>
          <a:off x="1817930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5</a:t>
          </a:r>
        </a:p>
      </dsp:txBody>
      <dsp:txXfrm>
        <a:off x="1918891" y="36681"/>
        <a:ext cx="302884" cy="201922"/>
      </dsp:txXfrm>
    </dsp:sp>
    <dsp:sp modelId="{2A809F05-EF96-694A-A483-328CAEDFE325}">
      <dsp:nvSpPr>
        <dsp:cNvPr id="0" name=""/>
        <dsp:cNvSpPr/>
      </dsp:nvSpPr>
      <dsp:spPr>
        <a:xfrm>
          <a:off x="2272256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6</a:t>
          </a:r>
        </a:p>
      </dsp:txBody>
      <dsp:txXfrm>
        <a:off x="2373217" y="36681"/>
        <a:ext cx="302884" cy="201922"/>
      </dsp:txXfrm>
    </dsp:sp>
    <dsp:sp modelId="{47B3DC8B-2C69-554F-8E80-997136EAFDC0}">
      <dsp:nvSpPr>
        <dsp:cNvPr id="0" name=""/>
        <dsp:cNvSpPr/>
      </dsp:nvSpPr>
      <dsp:spPr>
        <a:xfrm>
          <a:off x="2726582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7</a:t>
          </a:r>
        </a:p>
      </dsp:txBody>
      <dsp:txXfrm>
        <a:off x="2827543" y="36681"/>
        <a:ext cx="302884" cy="201922"/>
      </dsp:txXfrm>
    </dsp:sp>
    <dsp:sp modelId="{B3C3A7F7-C2F3-0F47-BFAC-32FF43670A83}">
      <dsp:nvSpPr>
        <dsp:cNvPr id="0" name=""/>
        <dsp:cNvSpPr/>
      </dsp:nvSpPr>
      <dsp:spPr>
        <a:xfrm>
          <a:off x="3180907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8</a:t>
          </a:r>
        </a:p>
      </dsp:txBody>
      <dsp:txXfrm>
        <a:off x="3281868" y="36681"/>
        <a:ext cx="302884" cy="201922"/>
      </dsp:txXfrm>
    </dsp:sp>
    <dsp:sp modelId="{9265EA04-489E-1548-BBB5-6A185CDDF5D5}">
      <dsp:nvSpPr>
        <dsp:cNvPr id="0" name=""/>
        <dsp:cNvSpPr/>
      </dsp:nvSpPr>
      <dsp:spPr>
        <a:xfrm>
          <a:off x="3635233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9</a:t>
          </a:r>
        </a:p>
      </dsp:txBody>
      <dsp:txXfrm>
        <a:off x="3736194" y="36681"/>
        <a:ext cx="302884" cy="201922"/>
      </dsp:txXfrm>
    </dsp:sp>
    <dsp:sp modelId="{BCF0178C-9394-3441-9D25-372E4D1E53C0}">
      <dsp:nvSpPr>
        <dsp:cNvPr id="0" name=""/>
        <dsp:cNvSpPr/>
      </dsp:nvSpPr>
      <dsp:spPr>
        <a:xfrm>
          <a:off x="4089559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10</a:t>
          </a:r>
        </a:p>
      </dsp:txBody>
      <dsp:txXfrm>
        <a:off x="4190520" y="36681"/>
        <a:ext cx="302884" cy="201922"/>
      </dsp:txXfrm>
    </dsp:sp>
    <dsp:sp modelId="{34F2073F-5475-D14E-8F9E-0821D9D5DDC4}">
      <dsp:nvSpPr>
        <dsp:cNvPr id="0" name=""/>
        <dsp:cNvSpPr/>
      </dsp:nvSpPr>
      <dsp:spPr>
        <a:xfrm>
          <a:off x="4543884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11</a:t>
          </a:r>
        </a:p>
      </dsp:txBody>
      <dsp:txXfrm>
        <a:off x="4644845" y="36681"/>
        <a:ext cx="302884" cy="201922"/>
      </dsp:txXfrm>
    </dsp:sp>
    <dsp:sp modelId="{300E89FA-4A10-9A45-A2F2-876B9672B0CC}">
      <dsp:nvSpPr>
        <dsp:cNvPr id="0" name=""/>
        <dsp:cNvSpPr/>
      </dsp:nvSpPr>
      <dsp:spPr>
        <a:xfrm>
          <a:off x="4998210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12</a:t>
          </a:r>
        </a:p>
      </dsp:txBody>
      <dsp:txXfrm>
        <a:off x="5099171" y="36681"/>
        <a:ext cx="302884" cy="201922"/>
      </dsp:txXfrm>
    </dsp:sp>
    <dsp:sp modelId="{5E9FAE17-A7B7-2047-ADC7-914F7F86196F}">
      <dsp:nvSpPr>
        <dsp:cNvPr id="0" name=""/>
        <dsp:cNvSpPr/>
      </dsp:nvSpPr>
      <dsp:spPr>
        <a:xfrm>
          <a:off x="5452536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13</a:t>
          </a:r>
        </a:p>
      </dsp:txBody>
      <dsp:txXfrm>
        <a:off x="5553497" y="36681"/>
        <a:ext cx="302884" cy="201922"/>
      </dsp:txXfrm>
    </dsp:sp>
    <dsp:sp modelId="{95936676-A32B-3243-9333-0302D942A125}">
      <dsp:nvSpPr>
        <dsp:cNvPr id="0" name=""/>
        <dsp:cNvSpPr/>
      </dsp:nvSpPr>
      <dsp:spPr>
        <a:xfrm>
          <a:off x="5906861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14</a:t>
          </a:r>
        </a:p>
      </dsp:txBody>
      <dsp:txXfrm>
        <a:off x="6007822" y="36681"/>
        <a:ext cx="302884" cy="201922"/>
      </dsp:txXfrm>
    </dsp:sp>
    <dsp:sp modelId="{FD1892CD-EF67-6D41-AA59-42E373EE314B}">
      <dsp:nvSpPr>
        <dsp:cNvPr id="0" name=""/>
        <dsp:cNvSpPr/>
      </dsp:nvSpPr>
      <dsp:spPr>
        <a:xfrm>
          <a:off x="6361187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15</a:t>
          </a:r>
        </a:p>
      </dsp:txBody>
      <dsp:txXfrm>
        <a:off x="6462148" y="36681"/>
        <a:ext cx="302884" cy="201922"/>
      </dsp:txXfrm>
    </dsp:sp>
    <dsp:sp modelId="{69DC2677-97C7-3A4A-88C7-2273EC330FB8}">
      <dsp:nvSpPr>
        <dsp:cNvPr id="0" name=""/>
        <dsp:cNvSpPr/>
      </dsp:nvSpPr>
      <dsp:spPr>
        <a:xfrm>
          <a:off x="6815513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16</a:t>
          </a:r>
        </a:p>
      </dsp:txBody>
      <dsp:txXfrm>
        <a:off x="6916474" y="36681"/>
        <a:ext cx="302884" cy="201922"/>
      </dsp:txXfrm>
    </dsp:sp>
    <dsp:sp modelId="{70DD8E72-EC1D-2B4D-A3BE-BF55DBF49F61}">
      <dsp:nvSpPr>
        <dsp:cNvPr id="0" name=""/>
        <dsp:cNvSpPr/>
      </dsp:nvSpPr>
      <dsp:spPr>
        <a:xfrm>
          <a:off x="7269839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17</a:t>
          </a:r>
        </a:p>
      </dsp:txBody>
      <dsp:txXfrm>
        <a:off x="7370800" y="36681"/>
        <a:ext cx="302884" cy="201922"/>
      </dsp:txXfrm>
    </dsp:sp>
    <dsp:sp modelId="{76BE0F97-B7D3-AB4D-BA54-5A4878D8E9A1}">
      <dsp:nvSpPr>
        <dsp:cNvPr id="0" name=""/>
        <dsp:cNvSpPr/>
      </dsp:nvSpPr>
      <dsp:spPr>
        <a:xfrm>
          <a:off x="7724164" y="36681"/>
          <a:ext cx="504806" cy="201922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R" sz="1200" kern="1200" dirty="0"/>
            <a:t>18</a:t>
          </a:r>
        </a:p>
      </dsp:txBody>
      <dsp:txXfrm>
        <a:off x="7825125" y="36681"/>
        <a:ext cx="302884" cy="2019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21DAF-6A0C-8143-9B76-D93A8E328F2C}">
      <dsp:nvSpPr>
        <dsp:cNvPr id="0" name=""/>
        <dsp:cNvSpPr/>
      </dsp:nvSpPr>
      <dsp:spPr>
        <a:xfrm rot="5400000">
          <a:off x="5557569" y="-2097209"/>
          <a:ext cx="1320700" cy="58521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/>
            <a:t>Cloud Run (Services &amp; Workers)</a:t>
          </a:r>
          <a:r>
            <a:rPr lang="en-GB" sz="1800" b="0" i="0" kern="1200" dirty="0"/>
            <a:t>: </a:t>
          </a:r>
          <a:r>
            <a:rPr lang="en-GB" sz="1800" b="1" i="0" kern="1200" dirty="0"/>
            <a:t>~€600 - €800 / month</a:t>
          </a:r>
          <a:endParaRPr lang="en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/>
            <a:t>Cloud Run (Jobs - Connectors)</a:t>
          </a:r>
          <a:r>
            <a:rPr lang="en-GB" sz="1800" b="0" i="0" kern="1200" dirty="0"/>
            <a:t>: </a:t>
          </a:r>
          <a:r>
            <a:rPr lang="en-GB" sz="1800" b="1" i="0" kern="1200" dirty="0"/>
            <a:t>~€30 - €60 / month</a:t>
          </a:r>
          <a:endParaRPr lang="en-FR" sz="1800" kern="1200" dirty="0"/>
        </a:p>
      </dsp:txBody>
      <dsp:txXfrm rot="-5400000">
        <a:off x="3291840" y="232991"/>
        <a:ext cx="5787689" cy="1191758"/>
      </dsp:txXfrm>
    </dsp:sp>
    <dsp:sp modelId="{63DC6A1C-7143-E644-8EDA-592D20E543B3}">
      <dsp:nvSpPr>
        <dsp:cNvPr id="0" name=""/>
        <dsp:cNvSpPr/>
      </dsp:nvSpPr>
      <dsp:spPr>
        <a:xfrm>
          <a:off x="0" y="3432"/>
          <a:ext cx="3291840" cy="165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Compute &amp; Application Hosting</a:t>
          </a:r>
          <a:endParaRPr lang="en-FR" sz="2000" kern="1200" dirty="0"/>
        </a:p>
      </dsp:txBody>
      <dsp:txXfrm>
        <a:off x="80589" y="84021"/>
        <a:ext cx="3130662" cy="1489697"/>
      </dsp:txXfrm>
    </dsp:sp>
    <dsp:sp modelId="{162986C4-AB02-334A-8BDD-8010F0AE68FD}">
      <dsp:nvSpPr>
        <dsp:cNvPr id="0" name=""/>
        <dsp:cNvSpPr/>
      </dsp:nvSpPr>
      <dsp:spPr>
        <a:xfrm rot="5400000">
          <a:off x="5557569" y="-363789"/>
          <a:ext cx="1320700" cy="58521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SQL (PostgreSQL HA): ~€250 - €400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Vertex AI Search (Vector Store): ~€600 - €1,000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Storage (GCS): ~€50 - €100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Memorystore</a:t>
          </a: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(Redis) - Optional: ~€40 - €150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 rot="-5400000">
        <a:off x="3291840" y="1966411"/>
        <a:ext cx="5787689" cy="1191758"/>
      </dsp:txXfrm>
    </dsp:sp>
    <dsp:sp modelId="{E61C1661-E4A4-3F4D-BAC2-3FA412267F75}">
      <dsp:nvSpPr>
        <dsp:cNvPr id="0" name=""/>
        <dsp:cNvSpPr/>
      </dsp:nvSpPr>
      <dsp:spPr>
        <a:xfrm>
          <a:off x="0" y="1736852"/>
          <a:ext cx="3291840" cy="165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Data &amp; Storage</a:t>
          </a:r>
          <a:endParaRPr lang="en-FR" sz="2000" kern="1200" dirty="0"/>
        </a:p>
      </dsp:txBody>
      <dsp:txXfrm>
        <a:off x="80589" y="1817441"/>
        <a:ext cx="3130662" cy="1489697"/>
      </dsp:txXfrm>
    </dsp:sp>
    <dsp:sp modelId="{169FDFB2-EB99-7447-8C63-D51BB503B027}">
      <dsp:nvSpPr>
        <dsp:cNvPr id="0" name=""/>
        <dsp:cNvSpPr/>
      </dsp:nvSpPr>
      <dsp:spPr>
        <a:xfrm rot="5400000">
          <a:off x="5557569" y="1369629"/>
          <a:ext cx="1320700" cy="58521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Vertex AI (Gemini Models): ~€200 - €500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Security &amp; Networking (The "Enterprise" Premium)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Armor + Load Balancer: ~€40 - €100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NAT: ~€50 / month</a:t>
          </a:r>
          <a:endParaRPr lang="en-FR" sz="1800" b="1" i="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Secret Manager &amp; KMS: ~€50 - €80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 rot="-5400000">
        <a:off x="3291840" y="3699830"/>
        <a:ext cx="5787689" cy="1191758"/>
      </dsp:txXfrm>
    </dsp:sp>
    <dsp:sp modelId="{8D77CADC-29D3-D341-99E1-8728DB7102B8}">
      <dsp:nvSpPr>
        <dsp:cNvPr id="0" name=""/>
        <dsp:cNvSpPr/>
      </dsp:nvSpPr>
      <dsp:spPr>
        <a:xfrm>
          <a:off x="0" y="3470271"/>
          <a:ext cx="3291840" cy="165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AI &amp; Intelligence</a:t>
          </a:r>
          <a:endParaRPr lang="en-FR" sz="2000" kern="1200" dirty="0"/>
        </a:p>
      </dsp:txBody>
      <dsp:txXfrm>
        <a:off x="80589" y="3550860"/>
        <a:ext cx="3130662" cy="1489697"/>
      </dsp:txXfrm>
    </dsp:sp>
    <dsp:sp modelId="{DB99AA55-AB0A-C649-985A-27CF2A80A73B}">
      <dsp:nvSpPr>
        <dsp:cNvPr id="0" name=""/>
        <dsp:cNvSpPr/>
      </dsp:nvSpPr>
      <dsp:spPr>
        <a:xfrm rot="5400000">
          <a:off x="5557569" y="3103049"/>
          <a:ext cx="1320700" cy="58521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Cloud Logging &amp; Monitoring: ~€100 - €200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Dataplex</a:t>
          </a:r>
          <a:r>
            <a:rPr lang="en-GB" sz="1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(Data Quality): ~€100 - €200 / month</a:t>
          </a:r>
          <a:endParaRPr lang="en-FR" sz="1800" b="1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 rot="-5400000">
        <a:off x="3291840" y="5433250"/>
        <a:ext cx="5787689" cy="1191758"/>
      </dsp:txXfrm>
    </dsp:sp>
    <dsp:sp modelId="{CC566316-3A94-044B-9132-BD13751F2012}">
      <dsp:nvSpPr>
        <dsp:cNvPr id="0" name=""/>
        <dsp:cNvSpPr/>
      </dsp:nvSpPr>
      <dsp:spPr>
        <a:xfrm>
          <a:off x="0" y="5203691"/>
          <a:ext cx="3291840" cy="165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Observability &amp; Operations</a:t>
          </a:r>
          <a:endParaRPr lang="en-FR" sz="2000" kern="1200" dirty="0"/>
        </a:p>
      </dsp:txBody>
      <dsp:txXfrm>
        <a:off x="80589" y="5284280"/>
        <a:ext cx="3130662" cy="14896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572B3-08E4-A74F-985B-ACAC7821D5DA}">
      <dsp:nvSpPr>
        <dsp:cNvPr id="0" name=""/>
        <dsp:cNvSpPr/>
      </dsp:nvSpPr>
      <dsp:spPr>
        <a:xfrm>
          <a:off x="2256993" y="2577908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43819-B383-0F4E-A640-63C558D7E9B7}">
      <dsp:nvSpPr>
        <dsp:cNvPr id="0" name=""/>
        <dsp:cNvSpPr/>
      </dsp:nvSpPr>
      <dsp:spPr>
        <a:xfrm>
          <a:off x="2119346" y="2798561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2A795-BEF9-F044-8F60-F52F43CA37CA}">
      <dsp:nvSpPr>
        <dsp:cNvPr id="0" name=""/>
        <dsp:cNvSpPr/>
      </dsp:nvSpPr>
      <dsp:spPr>
        <a:xfrm>
          <a:off x="1955004" y="2989598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3A22F-2673-6A41-B4C7-DF53D38A4F5E}">
      <dsp:nvSpPr>
        <dsp:cNvPr id="0" name=""/>
        <dsp:cNvSpPr/>
      </dsp:nvSpPr>
      <dsp:spPr>
        <a:xfrm>
          <a:off x="2151881" y="357203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73831-47FF-254B-8424-B0A56BFE057A}">
      <dsp:nvSpPr>
        <dsp:cNvPr id="0" name=""/>
        <dsp:cNvSpPr/>
      </dsp:nvSpPr>
      <dsp:spPr>
        <a:xfrm>
          <a:off x="2361271" y="232070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88227-B54F-9F42-9042-4ADB2D1889E3}">
      <dsp:nvSpPr>
        <dsp:cNvPr id="0" name=""/>
        <dsp:cNvSpPr/>
      </dsp:nvSpPr>
      <dsp:spPr>
        <a:xfrm>
          <a:off x="2570662" y="106936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D7433-E48A-E543-8823-5BE265B179E0}">
      <dsp:nvSpPr>
        <dsp:cNvPr id="0" name=""/>
        <dsp:cNvSpPr/>
      </dsp:nvSpPr>
      <dsp:spPr>
        <a:xfrm>
          <a:off x="2780052" y="232070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D0814-3ADB-6445-AE9F-F89597A2D8EA}">
      <dsp:nvSpPr>
        <dsp:cNvPr id="0" name=""/>
        <dsp:cNvSpPr/>
      </dsp:nvSpPr>
      <dsp:spPr>
        <a:xfrm>
          <a:off x="2990277" y="357203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DDC7F-5446-304F-9DCB-ABD02BD493B9}">
      <dsp:nvSpPr>
        <dsp:cNvPr id="0" name=""/>
        <dsp:cNvSpPr/>
      </dsp:nvSpPr>
      <dsp:spPr>
        <a:xfrm>
          <a:off x="2570662" y="370968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6BD1A-E15B-7E4D-ADD7-C51A04041C7C}">
      <dsp:nvSpPr>
        <dsp:cNvPr id="0" name=""/>
        <dsp:cNvSpPr/>
      </dsp:nvSpPr>
      <dsp:spPr>
        <a:xfrm>
          <a:off x="2570662" y="635000"/>
          <a:ext cx="156834" cy="1568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98DAD-DD69-EB4C-88FC-A293C3BCD457}">
      <dsp:nvSpPr>
        <dsp:cNvPr id="0" name=""/>
        <dsp:cNvSpPr/>
      </dsp:nvSpPr>
      <dsp:spPr>
        <a:xfrm>
          <a:off x="1291796" y="3598165"/>
          <a:ext cx="3390287" cy="909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7611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Connecting to the Enterprise safely</a:t>
          </a:r>
          <a:endParaRPr lang="en-FR" sz="2300" kern="1200" dirty="0"/>
        </a:p>
      </dsp:txBody>
      <dsp:txXfrm>
        <a:off x="1336185" y="3642554"/>
        <a:ext cx="3301509" cy="820526"/>
      </dsp:txXfrm>
    </dsp:sp>
    <dsp:sp modelId="{78930FF8-120E-C040-93E3-E4A68FC1C3E1}">
      <dsp:nvSpPr>
        <dsp:cNvPr id="0" name=""/>
        <dsp:cNvSpPr/>
      </dsp:nvSpPr>
      <dsp:spPr>
        <a:xfrm>
          <a:off x="4682083" y="3598165"/>
          <a:ext cx="3308533" cy="90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35560" bIns="3556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Identity Propagation ("On-Behalf-Of")</a:t>
          </a:r>
          <a:r>
            <a:rPr lang="en-GB" sz="1400" b="0" kern="1200" dirty="0"/>
            <a:t> The agent impersonates the user: It sees </a:t>
          </a:r>
          <a:r>
            <a:rPr lang="en-GB" sz="1400" b="0" i="1" kern="1200" dirty="0"/>
            <a:t>only</a:t>
          </a:r>
          <a:r>
            <a:rPr lang="en-GB" sz="1400" b="0" i="0" kern="1200" dirty="0"/>
            <a:t> what the user is allowed to see (preserving existing Salesforce/Drive ACLs).</a:t>
          </a:r>
          <a:endParaRPr lang="en-FR" sz="1400" kern="1200" dirty="0"/>
        </a:p>
      </dsp:txBody>
      <dsp:txXfrm>
        <a:off x="4682083" y="3598165"/>
        <a:ext cx="3308533" cy="909304"/>
      </dsp:txXfrm>
    </dsp:sp>
    <dsp:sp modelId="{AC65585D-5C85-1146-A4C2-8EE71EC7C977}">
      <dsp:nvSpPr>
        <dsp:cNvPr id="0" name=""/>
        <dsp:cNvSpPr/>
      </dsp:nvSpPr>
      <dsp:spPr>
        <a:xfrm>
          <a:off x="351625" y="2672593"/>
          <a:ext cx="1571678" cy="157167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09DB9-F271-C24C-92CB-70FC944851C7}">
      <dsp:nvSpPr>
        <dsp:cNvPr id="0" name=""/>
        <dsp:cNvSpPr/>
      </dsp:nvSpPr>
      <dsp:spPr>
        <a:xfrm>
          <a:off x="2724993" y="1819598"/>
          <a:ext cx="3390287" cy="909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7611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i="0" kern="1200" dirty="0"/>
            <a:t>Controlled Egress</a:t>
          </a:r>
          <a:endParaRPr lang="en-FR" sz="2300" kern="1200" dirty="0"/>
        </a:p>
      </dsp:txBody>
      <dsp:txXfrm>
        <a:off x="2769382" y="1863987"/>
        <a:ext cx="3301509" cy="820526"/>
      </dsp:txXfrm>
    </dsp:sp>
    <dsp:sp modelId="{A3F70925-2513-FB4C-82EB-289DECDA2CBA}">
      <dsp:nvSpPr>
        <dsp:cNvPr id="0" name=""/>
        <dsp:cNvSpPr/>
      </dsp:nvSpPr>
      <dsp:spPr>
        <a:xfrm>
          <a:off x="6115281" y="1819598"/>
          <a:ext cx="1875336" cy="90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i="0" kern="1200" dirty="0"/>
            <a:t>Traffic</a:t>
          </a:r>
          <a:r>
            <a:rPr lang="en-GB" sz="1400" b="0" i="0" kern="1200" dirty="0"/>
            <a:t> flows through </a:t>
          </a:r>
          <a:r>
            <a:rPr lang="en-GB" sz="1400" i="0" kern="1200" dirty="0"/>
            <a:t>Cloud NAT </a:t>
          </a:r>
          <a:r>
            <a:rPr lang="en-GB" sz="1400" b="0" i="0" kern="1200" dirty="0"/>
            <a:t>with static IPs allowlisted by SaaS providers.</a:t>
          </a:r>
          <a:endParaRPr lang="en-FR" sz="1400" kern="1200" dirty="0"/>
        </a:p>
      </dsp:txBody>
      <dsp:txXfrm>
        <a:off x="6115281" y="1819598"/>
        <a:ext cx="1875336" cy="909304"/>
      </dsp:txXfrm>
    </dsp:sp>
    <dsp:sp modelId="{34CE0AB2-E8DB-D845-B6BC-16CE1DE1CD4B}">
      <dsp:nvSpPr>
        <dsp:cNvPr id="0" name=""/>
        <dsp:cNvSpPr/>
      </dsp:nvSpPr>
      <dsp:spPr>
        <a:xfrm>
          <a:off x="1784822" y="894027"/>
          <a:ext cx="1571678" cy="157167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1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 à toute et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</a:p>
          <a:p>
            <a:endParaRPr lang="en-GB" sz="3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m’appelle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Mohamad Nabaa, je suis dans la tech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arhictecte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solution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d’experience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dans le GenAI</a:t>
            </a:r>
          </a:p>
          <a:p>
            <a:endParaRPr lang="en-GB" sz="3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le cadre de la process de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recruitement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vous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m’avez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demander de preparer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presentation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autour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renove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chatbot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statitque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un client LUXE et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la.</a:t>
            </a:r>
          </a:p>
          <a:p>
            <a:endParaRPr lang="en-GB" sz="3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presentation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couvriria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point </a:t>
            </a:r>
            <a:r>
              <a:rPr lang="en-GB" sz="3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suivants</a:t>
            </a:r>
            <a:r>
              <a:rPr lang="en-GB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29009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Problème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client a 25000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collaborateur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interne. Il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augmente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porductivite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le chatbot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la chatbot agentic; ca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chatbot qui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execute les actions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l’utilisatur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l’environment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secure.</a:t>
            </a:r>
            <a:endParaRPr lang="en-GB" sz="3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La Vision est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l’experience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chatbot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statique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Agentic qui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v’appelle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Agentic Workflow Platform.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agentic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worflow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l’architecture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équipe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virtuelle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précise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interactive avec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choisi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architecture le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supervisor-agent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gouvernance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centralisé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superviseur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LangGraph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agents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spécialisés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CrewAI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d'exécuter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actions complexes avec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outilles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ServiceNow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Salesforce,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Hubspot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VertexAI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décision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prise par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l'IA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tracée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et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partager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Trace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observabilité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système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isolé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un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périmètre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VPC Service Control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sur GCP,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garantissant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données 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quittent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jamais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l'environnement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sécurisé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Accès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L'authentification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gérée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IAP (Identity-Aware Proxy)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assurant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propagation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l'identité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l'utilisateur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Souveraineté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Données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localisés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Europe (EU Residency)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Maîtrisée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Tous les flux 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un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NAT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avec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fixe whitelisted,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sécurisant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échanges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REST/OAuth.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Scalabilité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Serverless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L'utilisation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Run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mise à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l'échelle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l'usage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optimisant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charge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jusqu'à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25 000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utilisateurs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C390-7CAB-62EC-9158-51BA293E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BBB2F-755F-AE08-09BF-7D7C82CFD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BCF01-E456-8D23-91F3-30E623E9B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C20E0-20E3-0514-B5CA-18C061430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15656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Intégration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Multi-Sources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prévoit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remplacer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récurrents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support par un budget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stratégique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514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Avec un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progressif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plateforme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scalabilité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serverless qui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ajuste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l'usage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réel</a:t>
            </a:r>
            <a:endParaRPr lang="en-FR" dirty="0"/>
          </a:p>
          <a:p>
            <a:br>
              <a:rPr lang="en-GB" b="1" dirty="0"/>
            </a:br>
            <a:br>
              <a:rPr lang="en-GB" b="1" dirty="0"/>
            </a:br>
            <a:r>
              <a:rPr lang="en-GB" b="1" dirty="0"/>
              <a:t>Infrastructure </a:t>
            </a:r>
            <a:r>
              <a:rPr lang="en-GB" b="1" dirty="0" err="1"/>
              <a:t>OpEx</a:t>
            </a:r>
            <a:r>
              <a:rPr lang="en-GB" b="1" dirty="0"/>
              <a:t> :</a:t>
            </a:r>
            <a:r>
              <a:rPr lang="en-GB" dirty="0"/>
              <a:t> Environ </a:t>
            </a:r>
            <a:r>
              <a:rPr lang="en-GB" b="1" dirty="0"/>
              <a:t>6 500 € / </a:t>
            </a:r>
            <a:r>
              <a:rPr lang="en-GB" b="1" dirty="0" err="1"/>
              <a:t>mois</a:t>
            </a:r>
            <a:r>
              <a:rPr lang="en-GB" dirty="0"/>
              <a:t> (</a:t>
            </a:r>
            <a:r>
              <a:rPr lang="en-GB" dirty="0" err="1"/>
              <a:t>incluant</a:t>
            </a:r>
            <a:r>
              <a:rPr lang="en-GB" dirty="0"/>
              <a:t> Cloud Run, la Vector DB et les tokens LLM pour 1 000 </a:t>
            </a:r>
            <a:r>
              <a:rPr lang="en-GB" dirty="0" err="1"/>
              <a:t>utilisateurs</a:t>
            </a:r>
            <a:r>
              <a:rPr lang="en-GB" dirty="0"/>
              <a:t>).</a:t>
            </a:r>
          </a:p>
          <a:p>
            <a:r>
              <a:rPr lang="en-GB" b="1" dirty="0"/>
              <a:t>Équipe </a:t>
            </a:r>
            <a:r>
              <a:rPr lang="en-GB" b="1" dirty="0" err="1"/>
              <a:t>Opérationnelle</a:t>
            </a:r>
            <a:r>
              <a:rPr lang="en-GB" b="1" dirty="0"/>
              <a:t> :</a:t>
            </a:r>
            <a:r>
              <a:rPr lang="en-GB" dirty="0"/>
              <a:t> </a:t>
            </a:r>
            <a:r>
              <a:rPr lang="en-GB" dirty="0" err="1"/>
              <a:t>Prévoir</a:t>
            </a:r>
            <a:r>
              <a:rPr lang="en-GB" dirty="0"/>
              <a:t> environ </a:t>
            </a:r>
            <a:r>
              <a:rPr lang="en-GB" b="1" dirty="0"/>
              <a:t>2,5 FTE</a:t>
            </a:r>
            <a:r>
              <a:rPr lang="en-GB" dirty="0"/>
              <a:t> (Platform Engineer + Data Steward + FTE) pour la maintenance des </a:t>
            </a:r>
            <a:r>
              <a:rPr lang="en-GB" dirty="0" err="1"/>
              <a:t>connecteurs</a:t>
            </a:r>
            <a:r>
              <a:rPr lang="en-GB" dirty="0"/>
              <a:t> et la </a:t>
            </a:r>
            <a:r>
              <a:rPr lang="en-GB" dirty="0" err="1"/>
              <a:t>gouvernance</a:t>
            </a:r>
            <a:r>
              <a:rPr lang="en-GB" dirty="0"/>
              <a:t>.</a:t>
            </a:r>
          </a:p>
          <a:p>
            <a:r>
              <a:rPr lang="en-GB" b="1" dirty="0" err="1"/>
              <a:t>Phasage</a:t>
            </a:r>
            <a:r>
              <a:rPr lang="en-GB" b="1" dirty="0"/>
              <a:t> du </a:t>
            </a:r>
            <a:r>
              <a:rPr lang="en-GB" b="1" dirty="0" err="1"/>
              <a:t>projet</a:t>
            </a:r>
            <a:r>
              <a:rPr lang="en-GB" b="1" dirty="0"/>
              <a:t> :</a:t>
            </a:r>
            <a:endParaRPr lang="en-GB" dirty="0"/>
          </a:p>
          <a:p>
            <a:r>
              <a:rPr lang="en-GB" b="1" dirty="0"/>
              <a:t>Build Phase-&gt; MVP :</a:t>
            </a:r>
            <a:r>
              <a:rPr lang="en-GB" dirty="0"/>
              <a:t> Focus sur le FAQ et la base de </a:t>
            </a:r>
            <a:r>
              <a:rPr lang="en-GB" dirty="0" err="1"/>
              <a:t>connaissances</a:t>
            </a:r>
            <a:r>
              <a:rPr lang="en-GB" dirty="0"/>
              <a:t> (</a:t>
            </a:r>
            <a:r>
              <a:rPr lang="en-GB" dirty="0" err="1"/>
              <a:t>priorité</a:t>
            </a:r>
            <a:r>
              <a:rPr lang="en-GB" dirty="0"/>
              <a:t> </a:t>
            </a:r>
            <a:r>
              <a:rPr lang="en-GB" dirty="0" err="1"/>
              <a:t>Sécurité</a:t>
            </a:r>
            <a:r>
              <a:rPr lang="en-GB" dirty="0"/>
              <a:t> &amp; Hosting).</a:t>
            </a:r>
          </a:p>
          <a:p>
            <a:r>
              <a:rPr lang="en-GB" b="1" dirty="0"/>
              <a:t>Run Phase-&gt; MMP :</a:t>
            </a:r>
            <a:r>
              <a:rPr lang="en-GB" dirty="0"/>
              <a:t> Industrialisation avec focus sur la CI/CD, </a:t>
            </a:r>
            <a:r>
              <a:rPr lang="en-GB" dirty="0" err="1"/>
              <a:t>l'observabilité</a:t>
            </a:r>
            <a:r>
              <a:rPr lang="en-GB" dirty="0"/>
              <a:t> et les </a:t>
            </a:r>
            <a:r>
              <a:rPr lang="en-GB" dirty="0" err="1"/>
              <a:t>capacités</a:t>
            </a:r>
            <a:r>
              <a:rPr lang="en-GB" dirty="0"/>
              <a:t> </a:t>
            </a:r>
            <a:r>
              <a:rPr lang="en-GB" dirty="0" err="1"/>
              <a:t>d'actions</a:t>
            </a:r>
            <a:r>
              <a:rPr lang="en-GB" dirty="0"/>
              <a:t>.</a:t>
            </a:r>
          </a:p>
          <a:p>
            <a:r>
              <a:rPr lang="en-GB" b="1" dirty="0"/>
              <a:t>Phase 3 :</a:t>
            </a:r>
            <a:r>
              <a:rPr lang="en-GB" dirty="0"/>
              <a:t> </a:t>
            </a:r>
            <a:r>
              <a:rPr lang="en-GB" dirty="0" err="1"/>
              <a:t>Déploiement</a:t>
            </a:r>
            <a:r>
              <a:rPr lang="en-GB" dirty="0"/>
              <a:t> global.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Cost of Ownership &amp; Roadmap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Assumptions: 1,000 MAU, 300,000 queries/month. Hybrid Model Strategy: 80% Routing/Simple (Gemini Flash), 20% Complex reasoning (Gemini Pro).</a:t>
            </a:r>
          </a:p>
          <a:p>
            <a:endParaRPr lang="en-FR" dirty="0"/>
          </a:p>
          <a:p>
            <a:endParaRPr lang="en-FR" dirty="0"/>
          </a:p>
          <a:p>
            <a:endParaRPr lang="en-FR" dirty="0"/>
          </a:p>
          <a:p>
            <a:r>
              <a:rPr lang="en-GB" b="1" dirty="0"/>
              <a:t>Phase 1 (MVP):</a:t>
            </a:r>
            <a:r>
              <a:rPr lang="en-GB" dirty="0"/>
              <a:t> Knowledge focus using Vertex AI Search. </a:t>
            </a:r>
            <a:r>
              <a:rPr lang="en-GB" i="1" dirty="0"/>
              <a:t>Goal: Prove the security enclave works.</a:t>
            </a:r>
            <a:endParaRPr lang="en-GB" dirty="0"/>
          </a:p>
          <a:p>
            <a:endParaRPr lang="en-GB" b="1" dirty="0"/>
          </a:p>
          <a:p>
            <a:r>
              <a:rPr lang="en-GB" b="1" dirty="0"/>
              <a:t>Phase 2 (MMP):</a:t>
            </a:r>
            <a:r>
              <a:rPr lang="en-GB" dirty="0"/>
              <a:t> Focus on </a:t>
            </a:r>
            <a:r>
              <a:rPr lang="en-GB" b="1" dirty="0"/>
              <a:t>Industrialization</a:t>
            </a:r>
            <a:r>
              <a:rPr lang="en-GB" dirty="0"/>
              <a:t> (CI/CD, LangSmith tracing, and Circuit Breakers).</a:t>
            </a:r>
          </a:p>
          <a:p>
            <a:endParaRPr lang="en-GB" b="1" dirty="0"/>
          </a:p>
          <a:p>
            <a:r>
              <a:rPr lang="en-GB" b="1" dirty="0"/>
              <a:t>Phase 3 (Global):</a:t>
            </a:r>
            <a:r>
              <a:rPr lang="en-GB" dirty="0"/>
              <a:t> Full agentic autonomy with "Write" capabilities. Critical Prerequisite: Implementation of a global ACL sync to ensure the LLM doesn't "leak" data between departments.</a:t>
            </a:r>
          </a:p>
          <a:p>
            <a:endParaRPr lang="en-FR" dirty="0"/>
          </a:p>
          <a:p>
            <a:endParaRPr lang="en-FR" dirty="0"/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929556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254699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Vertex AI Search ($2.50 / 1k queries):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1,000 users ask 5 questions a day, and your "Researcher Agent" decides to perform 3 searches per question to "refine results,”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$1,000 \text{ users} \times 5 \text{ Qs} \times 3 \text{ searches} \times 20 \text{ days} = 300,000 \text{ queries/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$750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Risk: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a bug causes the agent to loop 10 times instead of 3, this cost triples overnight.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Hard-limit the number of tool calls per turn in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LangGraph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definition.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330159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3C26-2885-E882-2E7F-F4F717E1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F193-13CF-653F-6B68-F233D13CB3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6C0B5-BFA3-A006-3835-44C74348F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Logiciel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Gouvernance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l’Orchestration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base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logique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architecture serverless : un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orchestrateur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stateful qui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invoque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dynamiquement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agents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spécialisés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des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connecteurs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FastMCP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standardisés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-sans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d'infrastructure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permanente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L’idée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architecture multi-agents : on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crée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"Virtual Team"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où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dispatch le travail à des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Agents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Spécialistes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d’exécuter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actions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concrètes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stratégie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Supervision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 Supervisor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rôle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décompose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complexes pour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envoyer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aux bons experts.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Anonymisation des données (PII)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Tout le flux passe par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couche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DLP (Data Loss Prevention)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sensibles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(CB,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téléphones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emails)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masquées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avant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d'entrer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l'LLM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Human-in-the-Loop :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d'actions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tout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est critique (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"Delete User"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"Refund"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pas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d'automatisme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total. On passe par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"Approval Card"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validation humaine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explicite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Contrôle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hallucinations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Les users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flaguer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mauvaises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 feedback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alimente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"Shadow Mode"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évaluation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réentraîner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automatiquement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éviter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poisoning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Stack Technique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L’Orchestrateur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"brain". Il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gère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policy, le routing et la compliance.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Spécialistes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"Bras". Focus sur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précis (IT, Ops, BI),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pilotent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outils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natif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Connecteurs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Standardisés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fait le choix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troquer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frais de licence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Ownership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Ingénierie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FastMCP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stabilité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avec du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typage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strict (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Pydantic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et des tests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automatisés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"Gatekeeper" :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Sécurité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Anti-Hallucination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Supervisor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entrée de jeu 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éviter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dérives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 Adherence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Une classification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zero-shot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rejette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hors-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sujet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(ex: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écris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-moi un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poème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économiser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Bouclier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anti-injection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combine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sécurité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Vertex AI et des Regex custom pour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bloquer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tentatives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Cohérence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Router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 validation par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Output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Supervisor ne dialogue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qu'avec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agents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validés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 PII 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 Cloud DLP masque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automatiquement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données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sensibles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avant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prompt ne tape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l'LLM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GB" dirty="0"/>
            </a:br>
            <a:r>
              <a:rPr lang="en-GB" dirty="0"/>
              <a:t>---------------</a:t>
            </a:r>
            <a:endParaRPr lang="en-GB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0" dirty="0">
                <a:solidFill>
                  <a:srgbClr val="000000"/>
                </a:solidFill>
                <a:effectLst/>
                <a:latin typeface="-apple-system"/>
              </a:rPr>
              <a:t>Governance by Orchestration. Execution by Standardized Protocols.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serverless foundation of our platform through a stateless, event-driven orchestrator that dynamically invokes specialized agents via standardized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FastMCP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connectors-eliminating the need for persistent server infrastructure.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solution adapts multi-agentic workflow orchestration to  create a Virtual Team where a "Supervisor" distributes work to "Specialist Agents" which can take actions.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FR" dirty="0"/>
          </a:p>
          <a:p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Supervision Strategy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Supervisor acts as a Router. It decomposes complex requests tailored to specialists.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Sensitive Data (PII) Redaction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user input flows through a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DLP (Data Loss Prevention)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layer.</a:t>
            </a:r>
          </a:p>
          <a:p>
            <a:pPr lvl="1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 (Credit Cards, Phones, Emails) are masked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reaching the LLM context.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Human-in-the-Loop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Confirmation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High-risk actions (e.g., "Delete User", "Refund Order") require explicit user confirmation via UI "Approval Card".</a:t>
            </a:r>
          </a:p>
          <a:p>
            <a:pPr lvl="1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Hallucination Control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Users can "Flag" incorrect answers. This feedback is stored for "Shadow Mode" evaluation but does not automatically retrain the model (to avoid poisoning).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-------------------------------------------------------------------------------------------------------------------------------------------------------------------------------------------</a:t>
            </a:r>
          </a:p>
          <a:p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Orchestrator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"Brain". Handles policy, routing, and compliance.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Specialists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"Workers/Agents". Focused on specific domains (IT, Ops, BI). Control native python LLM Tools.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Standardized Connectors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We trade "License Fees" for "Engineering Ownership" using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FastMCP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(Python) or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 Strategy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Strictly typed schemas 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Pydantic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automated contract testing ensure stability.</a:t>
            </a:r>
          </a:p>
          <a:p>
            <a:pPr>
              <a:spcBef>
                <a:spcPts val="300"/>
              </a:spcBef>
              <a:defRPr sz="1800">
                <a:solidFill>
                  <a:srgbClr val="000000"/>
                </a:solidFill>
              </a:defRPr>
            </a:pPr>
            <a:br>
              <a:rPr lang="en-GB" sz="1800" b="1" dirty="0">
                <a:solidFill>
                  <a:srgbClr val="000000"/>
                </a:solidFill>
              </a:rPr>
            </a:br>
            <a:r>
              <a:rPr lang="en-GB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-------------------------------------------------------------------------------------------------------------------------------------------------------------------------------------------</a:t>
            </a:r>
            <a:br>
              <a:rPr lang="en-GB" sz="1800" b="1" dirty="0">
                <a:solidFill>
                  <a:srgbClr val="000000"/>
                </a:solidFill>
              </a:rPr>
            </a:br>
            <a:r>
              <a:rPr lang="en-GB" sz="1800" b="1" dirty="0">
                <a:solidFill>
                  <a:srgbClr val="000000"/>
                </a:solidFill>
              </a:rPr>
              <a:t>How we prevent hallucinations and misuse at the front door.</a:t>
            </a:r>
          </a:p>
          <a:p>
            <a:pPr>
              <a:spcBef>
                <a:spcPts val="300"/>
              </a:spcBef>
              <a:defRPr sz="1800">
                <a:solidFill>
                  <a:srgbClr val="000000"/>
                </a:solidFill>
              </a:defRPr>
            </a:pPr>
            <a:r>
              <a:rPr lang="en-GB" sz="1800" dirty="0">
                <a:solidFill>
                  <a:srgbClr val="000000"/>
                </a:solidFill>
              </a:rPr>
              <a:t>The Supervisor is our "Gatekeeper". It runs strict checks </a:t>
            </a:r>
            <a:r>
              <a:rPr lang="en-GB" sz="1800" b="1" dirty="0">
                <a:solidFill>
                  <a:srgbClr val="000000"/>
                </a:solidFill>
              </a:rPr>
              <a:t>before</a:t>
            </a:r>
            <a:r>
              <a:rPr lang="en-GB" sz="1800" dirty="0">
                <a:solidFill>
                  <a:srgbClr val="000000"/>
                </a:solidFill>
              </a:rPr>
              <a:t> routing any request: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GB" sz="1800" b="1" dirty="0">
                <a:solidFill>
                  <a:srgbClr val="000000"/>
                </a:solidFill>
              </a:rPr>
              <a:t>Topic Adherence</a:t>
            </a:r>
            <a:r>
              <a:rPr lang="en-GB" sz="1800" dirty="0">
                <a:solidFill>
                  <a:srgbClr val="000000"/>
                </a:solidFill>
              </a:rPr>
              <a:t>: Zero-shot classification rejects off-topic queries (e.g., "Write a poem") to save compute costs.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GB" sz="1800" b="1" dirty="0">
                <a:solidFill>
                  <a:srgbClr val="000000"/>
                </a:solidFill>
              </a:rPr>
              <a:t>Prompt Injection Shield</a:t>
            </a:r>
            <a:r>
              <a:rPr lang="en-GB" sz="1800" dirty="0">
                <a:solidFill>
                  <a:srgbClr val="000000"/>
                </a:solidFill>
              </a:rPr>
              <a:t>: Vertex AI Safety filters + Custom Regex block "Jailbreak" attempts.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GB" sz="1800" b="1" dirty="0">
                <a:solidFill>
                  <a:srgbClr val="000000"/>
                </a:solidFill>
              </a:rPr>
              <a:t>Router Consistency</a:t>
            </a:r>
            <a:r>
              <a:rPr lang="en-GB" sz="1800" dirty="0">
                <a:solidFill>
                  <a:srgbClr val="000000"/>
                </a:solidFill>
              </a:rPr>
              <a:t>: Structured Output Validation ensures the Supervisor interacts only with valid agents.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GB" sz="1800" b="1" dirty="0">
                <a:solidFill>
                  <a:srgbClr val="000000"/>
                </a:solidFill>
              </a:rPr>
              <a:t>PII Reduction Firewall</a:t>
            </a:r>
            <a:r>
              <a:rPr lang="en-GB" sz="1800" dirty="0">
                <a:solidFill>
                  <a:srgbClr val="000000"/>
                </a:solidFill>
              </a:rPr>
              <a:t>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pPr>
            <a:r>
              <a:rPr lang="en-GB" sz="1600" b="1" dirty="0">
                <a:solidFill>
                  <a:srgbClr val="000000"/>
                </a:solidFill>
              </a:rPr>
              <a:t>Cloud DLP</a:t>
            </a:r>
            <a:r>
              <a:rPr lang="en-GB" sz="1600" dirty="0">
                <a:solidFill>
                  <a:srgbClr val="000000"/>
                </a:solidFill>
              </a:rPr>
              <a:t> automatically masks credit cards, phones, and emails </a:t>
            </a:r>
            <a:r>
              <a:rPr lang="en-GB" sz="1600" b="1" dirty="0">
                <a:solidFill>
                  <a:srgbClr val="000000"/>
                </a:solidFill>
              </a:rPr>
              <a:t>before</a:t>
            </a:r>
            <a:r>
              <a:rPr lang="en-GB" sz="1600" dirty="0">
                <a:solidFill>
                  <a:srgbClr val="000000"/>
                </a:solidFill>
              </a:rPr>
              <a:t> the prompt hits the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3BBBA-CDDA-B693-C814-04E41C937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33152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FR" dirty="0"/>
          </a:p>
          <a:p>
            <a:endParaRPr lang="en-FR" dirty="0"/>
          </a:p>
          <a:p>
            <a:r>
              <a:rPr lang="en-GB" b="1" dirty="0"/>
              <a:t>Connexion </a:t>
            </a:r>
            <a:r>
              <a:rPr lang="en-GB" b="1" dirty="0" err="1"/>
              <a:t>sécurisée</a:t>
            </a:r>
            <a:r>
              <a:rPr lang="en-GB" b="1" dirty="0"/>
              <a:t> au SI :</a:t>
            </a:r>
            <a:r>
              <a:rPr lang="en-GB" dirty="0"/>
              <a:t> </a:t>
            </a:r>
            <a:r>
              <a:rPr lang="en-GB" dirty="0" err="1"/>
              <a:t>L'agent</a:t>
            </a:r>
            <a:r>
              <a:rPr lang="en-GB" dirty="0"/>
              <a:t> "impersonate" </a:t>
            </a:r>
            <a:r>
              <a:rPr lang="en-GB" dirty="0" err="1"/>
              <a:t>l'utilisateur</a:t>
            </a:r>
            <a:r>
              <a:rPr lang="en-GB" dirty="0"/>
              <a:t>. Il ne </a:t>
            </a:r>
            <a:r>
              <a:rPr lang="en-GB" dirty="0" err="1"/>
              <a:t>voit</a:t>
            </a:r>
            <a:r>
              <a:rPr lang="en-GB" dirty="0"/>
              <a:t> </a:t>
            </a:r>
            <a:r>
              <a:rPr lang="en-GB" b="1" dirty="0" err="1"/>
              <a:t>que</a:t>
            </a:r>
            <a:r>
              <a:rPr lang="en-GB" dirty="0"/>
              <a:t> 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l'utilisateur</a:t>
            </a:r>
            <a:r>
              <a:rPr lang="en-GB" dirty="0"/>
              <a:t> est </a:t>
            </a:r>
            <a:r>
              <a:rPr lang="en-GB" dirty="0" err="1"/>
              <a:t>autorisé</a:t>
            </a:r>
            <a:r>
              <a:rPr lang="en-GB" dirty="0"/>
              <a:t> à voir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respectant</a:t>
            </a:r>
            <a:r>
              <a:rPr lang="en-GB" dirty="0"/>
              <a:t> </a:t>
            </a:r>
            <a:r>
              <a:rPr lang="en-GB" dirty="0" err="1"/>
              <a:t>strictement</a:t>
            </a:r>
            <a:r>
              <a:rPr lang="en-GB" dirty="0"/>
              <a:t> les ACLs </a:t>
            </a:r>
            <a:r>
              <a:rPr lang="en-GB" dirty="0" err="1"/>
              <a:t>existantes</a:t>
            </a:r>
            <a:r>
              <a:rPr lang="en-GB" dirty="0"/>
              <a:t> (Salesforce, Drive, etc.) via la propagation </a:t>
            </a:r>
            <a:r>
              <a:rPr lang="en-GB" dirty="0" err="1"/>
              <a:t>d'identité</a:t>
            </a:r>
            <a:r>
              <a:rPr lang="en-GB" dirty="0"/>
              <a:t> ("On-Behalf-Of").</a:t>
            </a:r>
          </a:p>
          <a:p>
            <a:endParaRPr lang="en-GB" b="1" dirty="0"/>
          </a:p>
          <a:p>
            <a:r>
              <a:rPr lang="en-GB" b="1" dirty="0"/>
              <a:t>Egress </a:t>
            </a:r>
            <a:r>
              <a:rPr lang="en-GB" b="1" dirty="0" err="1"/>
              <a:t>Contrôlé</a:t>
            </a:r>
            <a:r>
              <a:rPr lang="en-GB" b="1" dirty="0"/>
              <a:t> :</a:t>
            </a:r>
            <a:r>
              <a:rPr lang="en-GB" dirty="0"/>
              <a:t> Tout le </a:t>
            </a:r>
            <a:r>
              <a:rPr lang="en-GB" dirty="0" err="1"/>
              <a:t>trafic</a:t>
            </a:r>
            <a:r>
              <a:rPr lang="en-GB" dirty="0"/>
              <a:t> </a:t>
            </a:r>
            <a:r>
              <a:rPr lang="en-GB" dirty="0" err="1"/>
              <a:t>sortant</a:t>
            </a:r>
            <a:r>
              <a:rPr lang="en-GB" dirty="0"/>
              <a:t> </a:t>
            </a:r>
            <a:r>
              <a:rPr lang="en-GB" dirty="0" err="1"/>
              <a:t>transite</a:t>
            </a:r>
            <a:r>
              <a:rPr lang="en-GB" dirty="0"/>
              <a:t> par </a:t>
            </a:r>
            <a:r>
              <a:rPr lang="en-GB" b="1" dirty="0"/>
              <a:t>Cloud NAT</a:t>
            </a:r>
            <a:r>
              <a:rPr lang="en-GB" dirty="0"/>
              <a:t> avec des IPs </a:t>
            </a:r>
            <a:r>
              <a:rPr lang="en-GB" dirty="0" err="1"/>
              <a:t>statiques</a:t>
            </a:r>
            <a:r>
              <a:rPr lang="en-GB" dirty="0"/>
              <a:t>, </a:t>
            </a:r>
            <a:r>
              <a:rPr lang="en-GB" dirty="0" err="1"/>
              <a:t>ce</a:t>
            </a:r>
            <a:r>
              <a:rPr lang="en-GB" dirty="0"/>
              <a:t> qui </a:t>
            </a:r>
            <a:r>
              <a:rPr lang="en-GB" dirty="0" err="1"/>
              <a:t>permet</a:t>
            </a:r>
            <a:r>
              <a:rPr lang="en-GB" dirty="0"/>
              <a:t> aux </a:t>
            </a:r>
            <a:r>
              <a:rPr lang="en-GB" dirty="0" err="1"/>
              <a:t>fournisseurs</a:t>
            </a:r>
            <a:r>
              <a:rPr lang="en-GB" dirty="0"/>
              <a:t> SaaS de les "</a:t>
            </a:r>
            <a:r>
              <a:rPr lang="en-GB" dirty="0" err="1"/>
              <a:t>allowlister</a:t>
            </a:r>
            <a:r>
              <a:rPr lang="en-GB" dirty="0"/>
              <a:t>" sans </a:t>
            </a:r>
            <a:r>
              <a:rPr lang="en-GB" dirty="0" err="1"/>
              <a:t>risque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UX &amp; </a:t>
            </a:r>
            <a:r>
              <a:rPr lang="en-GB" b="1" dirty="0" err="1"/>
              <a:t>Latence</a:t>
            </a:r>
            <a:r>
              <a:rPr lang="en-GB" b="1" dirty="0"/>
              <a:t> :</a:t>
            </a:r>
            <a:r>
              <a:rPr lang="en-GB" dirty="0"/>
              <a:t> Pour masquer le temps de </a:t>
            </a:r>
            <a:r>
              <a:rPr lang="en-GB" dirty="0" err="1"/>
              <a:t>réflexion</a:t>
            </a:r>
            <a:r>
              <a:rPr lang="en-GB" dirty="0"/>
              <a:t> du </a:t>
            </a:r>
            <a:r>
              <a:rPr lang="en-GB" dirty="0" err="1"/>
              <a:t>raisonnement</a:t>
            </a:r>
            <a:r>
              <a:rPr lang="en-GB" dirty="0"/>
              <a:t> "multi-hop" des agents, on </a:t>
            </a:r>
            <a:r>
              <a:rPr lang="en-GB" dirty="0" err="1"/>
              <a:t>pousse</a:t>
            </a:r>
            <a:r>
              <a:rPr lang="en-GB" dirty="0"/>
              <a:t> des updates dans </a:t>
            </a:r>
            <a:r>
              <a:rPr lang="en-GB" dirty="0" err="1"/>
              <a:t>l'UI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 </a:t>
            </a:r>
            <a:r>
              <a:rPr lang="en-GB" b="1" dirty="0"/>
              <a:t>temps </a:t>
            </a:r>
            <a:r>
              <a:rPr lang="en-GB" b="1" dirty="0" err="1"/>
              <a:t>réel</a:t>
            </a:r>
            <a:r>
              <a:rPr lang="en-GB" dirty="0"/>
              <a:t>. </a:t>
            </a:r>
            <a:r>
              <a:rPr lang="en-GB" dirty="0" err="1"/>
              <a:t>L'utilisateur</a:t>
            </a:r>
            <a:r>
              <a:rPr lang="en-GB" dirty="0"/>
              <a:t> </a:t>
            </a:r>
            <a:r>
              <a:rPr lang="en-GB" dirty="0" err="1"/>
              <a:t>voit</a:t>
            </a:r>
            <a:r>
              <a:rPr lang="en-GB" dirty="0"/>
              <a:t> </a:t>
            </a:r>
            <a:r>
              <a:rPr lang="en-GB" dirty="0" err="1"/>
              <a:t>l'avancement</a:t>
            </a:r>
            <a:r>
              <a:rPr lang="en-GB" dirty="0"/>
              <a:t> au lieu </a:t>
            </a:r>
            <a:r>
              <a:rPr lang="en-GB" dirty="0" err="1"/>
              <a:t>d'attendre</a:t>
            </a:r>
            <a:r>
              <a:rPr lang="en-GB" dirty="0"/>
              <a:t> </a:t>
            </a:r>
            <a:r>
              <a:rPr lang="en-GB" dirty="0" err="1"/>
              <a:t>devant</a:t>
            </a:r>
            <a:r>
              <a:rPr lang="en-GB" dirty="0"/>
              <a:t> un </a:t>
            </a:r>
            <a:r>
              <a:rPr lang="en-GB" dirty="0" err="1"/>
              <a:t>écran</a:t>
            </a:r>
            <a:r>
              <a:rPr lang="en-GB" dirty="0"/>
              <a:t> </a:t>
            </a:r>
            <a:r>
              <a:rPr lang="en-GB" dirty="0" err="1"/>
              <a:t>figé</a:t>
            </a:r>
            <a:r>
              <a:rPr lang="en-GB" dirty="0"/>
              <a:t>.</a:t>
            </a:r>
          </a:p>
          <a:p>
            <a:endParaRPr lang="en-FR" dirty="0"/>
          </a:p>
          <a:p>
            <a:endParaRPr lang="en-FR" dirty="0"/>
          </a:p>
          <a:p>
            <a:r>
              <a:rPr lang="en-FR" b="1" dirty="0"/>
              <a:t>SI</a:t>
            </a:r>
            <a:r>
              <a:rPr lang="en-FR" dirty="0"/>
              <a:t> –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Système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d'Information</a:t>
            </a:r>
            <a:r>
              <a:rPr lang="en-FR" b="0" dirty="0"/>
              <a:t> 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NAT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(Network Address Translation)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VPC-SC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(VPC Service Controls)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Trust Ingress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Identity-Aware Proxy (IAP) verifies user identity. No VPN required, but stronger than VPN.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Exfiltration Protection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VPC Service Controls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prevent data from leaving our defined perimeter, even if credentials are compromised.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386240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521685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Benchmarking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(To catch prompt drift/LLM updates)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Si un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utilisateur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flague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(hallucination), on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remonter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instantanément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document source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la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décision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précise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l'agent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&amp; Testing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On fait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tourner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de 100 tests de non-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régression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mise à jour du code via la CI/CD pour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qualité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dégrade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pas.</a:t>
            </a:r>
          </a:p>
          <a:p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Résilience: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lenteur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panne d'un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outil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externe (ex: ServiceNow), le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système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bascule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"mode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dégradé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proprement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lieu de planter.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361029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7989" y="2284750"/>
            <a:ext cx="80881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AWP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Workflow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47777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Architecture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A5A80-9EDF-AE20-0518-0E11F2CB6F4C}"/>
              </a:ext>
            </a:extLst>
          </p:cNvPr>
          <p:cNvSpPr txBox="1"/>
          <p:nvPr/>
        </p:nvSpPr>
        <p:spPr>
          <a:xfrm>
            <a:off x="3543513" y="413140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Arial" panose="020B0604020202020204" pitchFamily="34" charset="0"/>
                <a:cs typeface="Arial" panose="020B0604020202020204" pitchFamily="34" charset="0"/>
              </a:rPr>
              <a:t>Mohamad NABAA</a:t>
            </a:r>
          </a:p>
          <a:p>
            <a:pPr algn="ctr"/>
            <a:r>
              <a:rPr lang="en-FR" dirty="0">
                <a:latin typeface="Arial" panose="020B0604020202020204" pitchFamily="34" charset="0"/>
                <a:cs typeface="Arial" panose="020B0604020202020204" pitchFamily="34" charset="0"/>
              </a:rPr>
              <a:t>20 Janvier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A106B-6311-2E3F-6335-D21E05FFF07C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F9E7E-1DBA-E77D-EB99-05086AF21521}"/>
              </a:ext>
            </a:extLst>
          </p:cNvPr>
          <p:cNvSpPr txBox="1"/>
          <p:nvPr/>
        </p:nvSpPr>
        <p:spPr>
          <a:xfrm>
            <a:off x="539646" y="503366"/>
            <a:ext cx="6595672" cy="5842497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Logical Architecture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Physical Architecture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RAG Strategies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TCO &amp; Roadmap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D800BF-823A-28C6-BD40-A5E2854C9101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41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1D640B6E-7A91-6158-2CED-141CC6549B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8180566"/>
              </p:ext>
            </p:extLst>
          </p:nvPr>
        </p:nvGraphicFramePr>
        <p:xfrm>
          <a:off x="457197" y="1764211"/>
          <a:ext cx="8229600" cy="348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5B171A2-A7E3-8B6E-C958-C2A474A77BEB}"/>
              </a:ext>
            </a:extLst>
          </p:cNvPr>
          <p:cNvGrpSpPr/>
          <p:nvPr/>
        </p:nvGrpSpPr>
        <p:grpSpPr>
          <a:xfrm>
            <a:off x="457197" y="496545"/>
            <a:ext cx="8229601" cy="1013771"/>
            <a:chOff x="457199" y="457200"/>
            <a:chExt cx="8229601" cy="1013771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457200"/>
              <a:ext cx="8229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lang="en-GB" sz="3200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103C8A-488C-E1D2-DD16-7D28CC09E51F}"/>
                </a:ext>
              </a:extLst>
            </p:cNvPr>
            <p:cNvSpPr txBox="1"/>
            <p:nvPr/>
          </p:nvSpPr>
          <p:spPr>
            <a:xfrm>
              <a:off x="457199" y="1009306"/>
              <a:ext cx="8229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defRPr sz="1800">
                  <a:solidFill>
                    <a:srgbClr val="000000"/>
                  </a:solidFill>
                </a:defRPr>
              </a:pPr>
              <a:r>
                <a:rPr lang="en-GB" sz="2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Vision</a:t>
              </a:r>
              <a:r>
                <a:rPr lang="en-GB" sz="2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lang="en-GB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From </a:t>
              </a:r>
              <a:r>
                <a:rPr lang="en-GB" sz="2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Static Chatbot</a:t>
              </a:r>
              <a:r>
                <a:rPr lang="en-GB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GB" sz="2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Sovereign Agentic Platform</a:t>
              </a:r>
              <a:endParaRPr lang="en-GB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27AEFC-AA06-7C77-472C-60B468C2988D}"/>
              </a:ext>
            </a:extLst>
          </p:cNvPr>
          <p:cNvGrpSpPr/>
          <p:nvPr/>
        </p:nvGrpSpPr>
        <p:grpSpPr>
          <a:xfrm>
            <a:off x="392805" y="573941"/>
            <a:ext cx="8358389" cy="954107"/>
            <a:chOff x="334969" y="289023"/>
            <a:chExt cx="8358389" cy="954107"/>
          </a:xfrm>
        </p:grpSpPr>
        <p:sp>
          <p:nvSpPr>
            <p:cNvPr id="3" name="TextBox 2"/>
            <p:cNvSpPr txBox="1"/>
            <p:nvPr/>
          </p:nvSpPr>
          <p:spPr>
            <a:xfrm>
              <a:off x="334969" y="289023"/>
              <a:ext cx="8229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dirty="0">
                  <a:latin typeface="Arial" panose="020B0604020202020204" pitchFamily="34" charset="0"/>
                  <a:cs typeface="Arial" panose="020B0604020202020204" pitchFamily="34" charset="0"/>
                </a:rPr>
                <a:t>Logical Architecture (The "Virtual Team")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CBC830-FB10-A905-9C9D-0FC4A7B3C5C3}"/>
                </a:ext>
              </a:extLst>
            </p:cNvPr>
            <p:cNvSpPr txBox="1"/>
            <p:nvPr/>
          </p:nvSpPr>
          <p:spPr>
            <a:xfrm>
              <a:off x="334969" y="873798"/>
              <a:ext cx="8358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Arial" panose="020B0604020202020204" pitchFamily="34" charset="0"/>
                  <a:cs typeface="Arial" panose="020B0604020202020204" pitchFamily="34" charset="0"/>
                </a:rPr>
                <a:t>Stateful Multi-Agent Orchestration with End-to-End Observability</a:t>
              </a:r>
              <a:endParaRPr lang="en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" name="Picture 20" descr="A diagram of a company&#10;&#10;AI-generated content may be incorrect.">
            <a:extLst>
              <a:ext uri="{FF2B5EF4-FFF2-40B4-BE49-F238E27FC236}">
                <a16:creationId xmlns:a16="http://schemas.microsoft.com/office/drawing/2014/main" id="{96F08D39-E187-750F-1065-D5386A25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9" y="2112823"/>
            <a:ext cx="9123051" cy="41053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4C87CB-4561-03AE-23B9-D6BD3A4AC429}"/>
              </a:ext>
            </a:extLst>
          </p:cNvPr>
          <p:cNvGrpSpPr/>
          <p:nvPr/>
        </p:nvGrpSpPr>
        <p:grpSpPr>
          <a:xfrm>
            <a:off x="457200" y="542500"/>
            <a:ext cx="8229600" cy="968157"/>
            <a:chOff x="457200" y="457200"/>
            <a:chExt cx="8229600" cy="968157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457200"/>
              <a:ext cx="8229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dirty="0">
                  <a:latin typeface="Arial" panose="020B0604020202020204" pitchFamily="34" charset="0"/>
                  <a:cs typeface="Arial" panose="020B0604020202020204" pitchFamily="34" charset="0"/>
                </a:rPr>
                <a:t>Physical Architectur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EDB06B-3A51-C108-6800-80EC22FB2ED7}"/>
                </a:ext>
              </a:extLst>
            </p:cNvPr>
            <p:cNvSpPr txBox="1"/>
            <p:nvPr/>
          </p:nvSpPr>
          <p:spPr>
            <a:xfrm>
              <a:off x="457200" y="1056025"/>
              <a:ext cx="79049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Arial" panose="020B0604020202020204" pitchFamily="34" charset="0"/>
                  <a:cs typeface="Arial" panose="020B0604020202020204" pitchFamily="34" charset="0"/>
                </a:rPr>
                <a:t>Zero-Trust Serverless Enclave for Enterprise GenAI (Paris-west-9)</a:t>
              </a:r>
              <a:endParaRPr lang="en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D817B9F-BB42-5FAA-7134-63B7F6E71A40}"/>
              </a:ext>
            </a:extLst>
          </p:cNvPr>
          <p:cNvSpPr txBox="1"/>
          <p:nvPr/>
        </p:nvSpPr>
        <p:spPr>
          <a:xfrm>
            <a:off x="734096" y="5074276"/>
            <a:ext cx="175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diagram of a cloud run&#10;&#10;AI-generated content may be incorrect.">
            <a:extLst>
              <a:ext uri="{FF2B5EF4-FFF2-40B4-BE49-F238E27FC236}">
                <a16:creationId xmlns:a16="http://schemas.microsoft.com/office/drawing/2014/main" id="{D5CCC34E-04B0-FA81-EAC1-FF7587E9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983" y="-2201794"/>
            <a:ext cx="9151285" cy="3527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742BA-61C7-BA89-9E7C-BEB9A55E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A3E6D6-81A7-CB5D-42E2-05B422DDB823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64BDC-35BA-DFE1-D8DA-0E8280FCB145}"/>
              </a:ext>
            </a:extLst>
          </p:cNvPr>
          <p:cNvGrpSpPr/>
          <p:nvPr/>
        </p:nvGrpSpPr>
        <p:grpSpPr>
          <a:xfrm>
            <a:off x="392802" y="466220"/>
            <a:ext cx="8358389" cy="954107"/>
            <a:chOff x="334969" y="289023"/>
            <a:chExt cx="8358389" cy="9541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750875-4201-E10B-1367-74AE30585CC7}"/>
                </a:ext>
              </a:extLst>
            </p:cNvPr>
            <p:cNvSpPr txBox="1"/>
            <p:nvPr/>
          </p:nvSpPr>
          <p:spPr>
            <a:xfrm>
              <a:off x="334969" y="289023"/>
              <a:ext cx="8229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dirty="0">
                  <a:latin typeface="Arial" panose="020B0604020202020204" pitchFamily="34" charset="0"/>
                  <a:cs typeface="Arial" panose="020B0604020202020204" pitchFamily="34" charset="0"/>
                </a:rPr>
                <a:t>Architecture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B22A05-B417-D5F1-E752-F2CD082813DE}"/>
                </a:ext>
              </a:extLst>
            </p:cNvPr>
            <p:cNvSpPr txBox="1"/>
            <p:nvPr/>
          </p:nvSpPr>
          <p:spPr>
            <a:xfrm>
              <a:off x="334969" y="873798"/>
              <a:ext cx="8358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Asynchronous Python native stack</a:t>
              </a:r>
            </a:p>
          </p:txBody>
        </p:sp>
      </p:grp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1DD25F-688D-5FC6-2CE6-CEC335A0CC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495369"/>
              </p:ext>
            </p:extLst>
          </p:nvPr>
        </p:nvGraphicFramePr>
        <p:xfrm>
          <a:off x="392802" y="1458983"/>
          <a:ext cx="8358389" cy="4932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9741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7D34275-2997-764A-AB7D-198D336EB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9160601"/>
              </p:ext>
            </p:extLst>
          </p:nvPr>
        </p:nvGraphicFramePr>
        <p:xfrm>
          <a:off x="457200" y="1721880"/>
          <a:ext cx="8229600" cy="4618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99012DCB-61E9-E330-F25D-464E40F598DA}"/>
              </a:ext>
            </a:extLst>
          </p:cNvPr>
          <p:cNvGrpSpPr/>
          <p:nvPr/>
        </p:nvGrpSpPr>
        <p:grpSpPr>
          <a:xfrm>
            <a:off x="292308" y="517160"/>
            <a:ext cx="8229600" cy="859898"/>
            <a:chOff x="457200" y="371415"/>
            <a:chExt cx="8229600" cy="859898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371415"/>
              <a:ext cx="82296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lang="en-GB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RAG - Retrieval-Augmented Generation Strategies</a:t>
              </a: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91B165-1C34-DF5E-F687-BE1450394C42}"/>
                </a:ext>
              </a:extLst>
            </p:cNvPr>
            <p:cNvSpPr txBox="1"/>
            <p:nvPr/>
          </p:nvSpPr>
          <p:spPr>
            <a:xfrm>
              <a:off x="457200" y="861981"/>
              <a:ext cx="7019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Multiple sources of KB can be seemlessly integrated in the pipeline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29F3F2-3BC6-AD8B-BD10-34342A7C4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25635"/>
              </p:ext>
            </p:extLst>
          </p:nvPr>
        </p:nvGraphicFramePr>
        <p:xfrm>
          <a:off x="277318" y="1193760"/>
          <a:ext cx="8589364" cy="53920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8997">
                  <a:extLst>
                    <a:ext uri="{9D8B030D-6E8A-4147-A177-3AD203B41FA5}">
                      <a16:colId xmlns:a16="http://schemas.microsoft.com/office/drawing/2014/main" val="1170184637"/>
                    </a:ext>
                  </a:extLst>
                </a:gridCol>
                <a:gridCol w="3295600">
                  <a:extLst>
                    <a:ext uri="{9D8B030D-6E8A-4147-A177-3AD203B41FA5}">
                      <a16:colId xmlns:a16="http://schemas.microsoft.com/office/drawing/2014/main" val="2775141582"/>
                    </a:ext>
                  </a:extLst>
                </a:gridCol>
                <a:gridCol w="3764767">
                  <a:extLst>
                    <a:ext uri="{9D8B030D-6E8A-4147-A177-3AD203B41FA5}">
                      <a16:colId xmlns:a16="http://schemas.microsoft.com/office/drawing/2014/main" val="1327206357"/>
                    </a:ext>
                  </a:extLst>
                </a:gridCol>
              </a:tblGrid>
              <a:tr h="368661">
                <a:tc>
                  <a:txBody>
                    <a:bodyPr/>
                    <a:lstStyle/>
                    <a:p>
                      <a:r>
                        <a:rPr lang="en-FR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Chatbot (Current)</a:t>
                      </a:r>
                      <a:endParaRPr lang="en-FR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Agentic Workflow Platform </a:t>
                      </a:r>
                      <a:r>
                        <a:rPr lang="en-GB" sz="14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(Proposed)</a:t>
                      </a:r>
                      <a:endParaRPr lang="en-FR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470418"/>
                  </a:ext>
                </a:extLst>
              </a:tr>
              <a:tr h="736864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Productivity</a:t>
                      </a:r>
                      <a:endParaRPr lang="en-FR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€1M+ L1/L2 annual support for 25K users</a:t>
                      </a:r>
                      <a:endParaRPr lang="en-FR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Agents offload support (L1) &amp; operational actions (L2)</a:t>
                      </a:r>
                      <a:endParaRPr lang="en-FR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364055"/>
                  </a:ext>
                </a:extLst>
              </a:tr>
              <a:tr h="736864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FR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MTTR</a:t>
                      </a:r>
                      <a:br>
                        <a:rPr lang="en-FR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FR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(Mean Time to Resolution)</a:t>
                      </a:r>
                      <a:endParaRPr lang="en-FR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FR" sz="1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 time varies depending on human task intervention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 time varies but minimal human intervention (Faster than predecessor)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159581"/>
                  </a:ext>
                </a:extLst>
              </a:tr>
              <a:tr h="736864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Sovereignty</a:t>
                      </a:r>
                      <a:endParaRPr lang="en-FR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 box SaaS; vague GDPR control </a:t>
                      </a:r>
                      <a:endParaRPr lang="en-FR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 EU Data Residency; Zero Trust </a:t>
                      </a:r>
                      <a:endParaRPr lang="en-FR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133626"/>
                  </a:ext>
                </a:extLst>
              </a:tr>
              <a:tr h="12733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Ownership</a:t>
                      </a:r>
                      <a:endParaRPr lang="en-FR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Renting a "Black Box" </a:t>
                      </a:r>
                      <a:endParaRPr lang="en-FR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Owning the "AI Brain" &amp; connectors </a:t>
                      </a:r>
                      <a:endParaRPr lang="en-FR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74589"/>
                  </a:ext>
                </a:extLst>
              </a:tr>
              <a:tr h="12733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 scaling/Continuous deployment </a:t>
                      </a:r>
                      <a:endParaRPr lang="en-FR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Serverless; usage-dependent costing </a:t>
                      </a:r>
                      <a:endParaRPr lang="en-FR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16706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8BAE14E-D1F0-348D-CF33-938D8905F875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57E2D-07CD-DA57-7FD2-D8A6E5308DF3}"/>
              </a:ext>
            </a:extLst>
          </p:cNvPr>
          <p:cNvSpPr txBox="1"/>
          <p:nvPr/>
        </p:nvSpPr>
        <p:spPr>
          <a:xfrm>
            <a:off x="277318" y="48737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5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5873" y="49513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TCO &amp; Roadmap</a:t>
            </a:r>
          </a:p>
        </p:txBody>
      </p:sp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CC901D57-7256-0009-BA00-1496332E1F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42098"/>
              </p:ext>
            </p:extLst>
          </p:nvPr>
        </p:nvGraphicFramePr>
        <p:xfrm>
          <a:off x="257145" y="2141050"/>
          <a:ext cx="8532253" cy="4092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8D191-AAA1-F465-791D-79792BB20FA1}"/>
              </a:ext>
            </a:extLst>
          </p:cNvPr>
          <p:cNvGrpSpPr/>
          <p:nvPr/>
        </p:nvGrpSpPr>
        <p:grpSpPr>
          <a:xfrm>
            <a:off x="412123" y="1280157"/>
            <a:ext cx="8319751" cy="706580"/>
            <a:chOff x="457199" y="2491673"/>
            <a:chExt cx="8319751" cy="1226072"/>
          </a:xfrm>
        </p:grpSpPr>
        <p:graphicFrame>
          <p:nvGraphicFramePr>
            <p:cNvPr id="29" name="Diagram 28">
              <a:extLst>
                <a:ext uri="{FF2B5EF4-FFF2-40B4-BE49-F238E27FC236}">
                  <a16:creationId xmlns:a16="http://schemas.microsoft.com/office/drawing/2014/main" id="{1A5FB88A-D3B9-8661-8003-3AEB9EC217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49459185"/>
                </p:ext>
              </p:extLst>
            </p:nvPr>
          </p:nvGraphicFramePr>
          <p:xfrm>
            <a:off x="502275" y="3240065"/>
            <a:ext cx="8229599" cy="4776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BDD4B91-C5A4-5E17-C388-6916A182FD8E}"/>
                </a:ext>
              </a:extLst>
            </p:cNvPr>
            <p:cNvGrpSpPr/>
            <p:nvPr/>
          </p:nvGrpSpPr>
          <p:grpSpPr>
            <a:xfrm>
              <a:off x="457199" y="2491673"/>
              <a:ext cx="8319751" cy="655550"/>
              <a:chOff x="457199" y="2491673"/>
              <a:chExt cx="8319751" cy="655550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81C4C5A-5549-3659-5E80-CE73CD128C86}"/>
                  </a:ext>
                </a:extLst>
              </p:cNvPr>
              <p:cNvSpPr/>
              <p:nvPr/>
            </p:nvSpPr>
            <p:spPr>
              <a:xfrm>
                <a:off x="457199" y="2491673"/>
                <a:ext cx="2889877" cy="655550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FR" dirty="0">
                    <a:latin typeface="Arial" panose="020B0604020202020204" pitchFamily="34" charset="0"/>
                    <a:cs typeface="Arial" panose="020B0604020202020204" pitchFamily="34" charset="0"/>
                  </a:rPr>
                  <a:t>Build Phase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C418CA3A-4A2F-5625-AF2E-F1EB34D7D082}"/>
                  </a:ext>
                </a:extLst>
              </p:cNvPr>
              <p:cNvSpPr/>
              <p:nvPr/>
            </p:nvSpPr>
            <p:spPr>
              <a:xfrm>
                <a:off x="3347075" y="2491673"/>
                <a:ext cx="5429875" cy="655550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FR" dirty="0">
                    <a:latin typeface="Arial" panose="020B0604020202020204" pitchFamily="34" charset="0"/>
                    <a:cs typeface="Arial" panose="020B0604020202020204" pitchFamily="34" charset="0"/>
                  </a:rPr>
                  <a:t>Run Phase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5463C87-B803-29B7-819D-FE6AFD65C96C}"/>
              </a:ext>
            </a:extLst>
          </p:cNvPr>
          <p:cNvSpPr txBox="1"/>
          <p:nvPr/>
        </p:nvSpPr>
        <p:spPr>
          <a:xfrm>
            <a:off x="57090" y="1188720"/>
            <a:ext cx="400110" cy="75004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FR" sz="1400" b="1" dirty="0">
                <a:latin typeface="Arial" panose="020B0604020202020204" pitchFamily="34" charset="0"/>
                <a:cs typeface="Arial" panose="020B0604020202020204" pitchFamily="34" charset="0"/>
              </a:rPr>
              <a:t>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>
                <a:latin typeface="+mj-lt"/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1FB34-FF7D-4ED6-9562-2742502F8D37}"/>
              </a:ext>
            </a:extLst>
          </p:cNvPr>
          <p:cNvSpPr txBox="1"/>
          <p:nvPr/>
        </p:nvSpPr>
        <p:spPr>
          <a:xfrm>
            <a:off x="457200" y="1280160"/>
            <a:ext cx="8229600" cy="4653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1333500">
              <a:spcBef>
                <a:spcPct val="0"/>
              </a:spcBef>
              <a:spcAft>
                <a:spcPct val="35000"/>
              </a:spcAft>
              <a:buNone/>
            </a:pPr>
            <a:r>
              <a:rPr lang="en-FR" sz="2800" b="1" kern="1200" dirty="0"/>
              <a:t>Agentic Workflow Platform</a:t>
            </a:r>
          </a:p>
          <a:p>
            <a:pPr marL="342900" lvl="0" indent="-342900" defTabSz="13335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FR" sz="2000" kern="1200" dirty="0"/>
              <a:t>Total replacement of a static chatbot</a:t>
            </a:r>
          </a:p>
          <a:p>
            <a:pPr marL="342900" lvl="0" indent="-342900" defTabSz="13335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FR" sz="2000" kern="1200" dirty="0"/>
              <a:t>Activates autonomous agents with a human in the loop while preserving observability and soverneighty of the solution.</a:t>
            </a:r>
          </a:p>
          <a:p>
            <a:pPr marL="342900" lvl="0" indent="-342900" defTabSz="133350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FR" sz="2000" kern="1200" dirty="0"/>
              <a:t>Scalable on demand</a:t>
            </a:r>
            <a:endParaRPr lang="en-FR" sz="2800" b="1" kern="1200" dirty="0"/>
          </a:p>
          <a:p>
            <a:pPr lvl="0" defTabSz="1333500">
              <a:spcBef>
                <a:spcPct val="0"/>
              </a:spcBef>
              <a:spcAft>
                <a:spcPct val="35000"/>
              </a:spcAft>
            </a:pPr>
            <a:r>
              <a:rPr lang="en-FR" sz="2800" b="1" kern="1200" dirty="0"/>
              <a:t>Budget</a:t>
            </a:r>
          </a:p>
          <a:p>
            <a:pPr marL="342900" lvl="1" indent="-342900" algn="l" defTabSz="1022350"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FR" sz="2000" kern="1200" dirty="0"/>
              <a:t>Development budget repalces recurring 1 year at most of L1/L2 support cost, rest is maintanence cost which is a lot lower.</a:t>
            </a:r>
            <a:endParaRPr lang="en-FR" sz="2800" b="1" dirty="0"/>
          </a:p>
          <a:p>
            <a:pPr lvl="0" defTabSz="1333500">
              <a:spcBef>
                <a:spcPct val="0"/>
              </a:spcBef>
              <a:spcAft>
                <a:spcPct val="35000"/>
              </a:spcAft>
            </a:pPr>
            <a:r>
              <a:rPr lang="en-FR" sz="2800" b="1" dirty="0"/>
              <a:t>Ownership</a:t>
            </a:r>
          </a:p>
          <a:p>
            <a:pPr marL="342900" lvl="1" indent="-342900" defTabSz="1022350"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FR" sz="2000" dirty="0"/>
              <a:t>We own the "Brain" and the "Connectors" (No Black Box SaaS).</a:t>
            </a:r>
          </a:p>
          <a:p>
            <a:pPr marL="228600" lvl="1" indent="-228600" algn="l" defTabSz="1022350">
              <a:spcBef>
                <a:spcPct val="0"/>
              </a:spcBef>
              <a:spcAft>
                <a:spcPct val="15000"/>
              </a:spcAft>
              <a:buChar char="•"/>
            </a:pPr>
            <a:endParaRPr lang="en-FR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6A5DA4E-B495-A5C2-1AEC-CDF73ED4A2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485393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885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599009-5C26-5DA0-B847-A1C810102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43079"/>
              </p:ext>
            </p:extLst>
          </p:nvPr>
        </p:nvGraphicFramePr>
        <p:xfrm>
          <a:off x="951558" y="833999"/>
          <a:ext cx="7589127" cy="47586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6289">
                  <a:extLst>
                    <a:ext uri="{9D8B030D-6E8A-4147-A177-3AD203B41FA5}">
                      <a16:colId xmlns:a16="http://schemas.microsoft.com/office/drawing/2014/main" val="1671346025"/>
                    </a:ext>
                  </a:extLst>
                </a:gridCol>
                <a:gridCol w="1357460">
                  <a:extLst>
                    <a:ext uri="{9D8B030D-6E8A-4147-A177-3AD203B41FA5}">
                      <a16:colId xmlns:a16="http://schemas.microsoft.com/office/drawing/2014/main" val="1213773397"/>
                    </a:ext>
                  </a:extLst>
                </a:gridCol>
                <a:gridCol w="2287423">
                  <a:extLst>
                    <a:ext uri="{9D8B030D-6E8A-4147-A177-3AD203B41FA5}">
                      <a16:colId xmlns:a16="http://schemas.microsoft.com/office/drawing/2014/main" val="1188102439"/>
                    </a:ext>
                  </a:extLst>
                </a:gridCol>
                <a:gridCol w="2557955">
                  <a:extLst>
                    <a:ext uri="{9D8B030D-6E8A-4147-A177-3AD203B41FA5}">
                      <a16:colId xmlns:a16="http://schemas.microsoft.com/office/drawing/2014/main" val="1499174874"/>
                    </a:ext>
                  </a:extLst>
                </a:gridCol>
              </a:tblGrid>
              <a:tr h="20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Timeline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Activities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Impact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3978125372"/>
                  </a:ext>
                </a:extLst>
              </a:tr>
              <a:tr h="833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Foundation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1-2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Setup GCP Landing Zone, VPC Service Controls, and IAP Auth)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Cloud Run/SQL costs.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2664467313"/>
                  </a:ext>
                </a:extLst>
              </a:tr>
              <a:tr h="99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 &amp; Agents</a:t>
                      </a:r>
                      <a:endParaRPr lang="en-GB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2-3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Supervisor (</a:t>
                      </a:r>
                      <a:r>
                        <a:rPr lang="en-GB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LangGraph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and specialized </a:t>
                      </a:r>
                      <a:r>
                        <a:rPr lang="en-GB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CrewAI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agents (IT, Ops, Analyst).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Heavy LLM token spend (Dev/Test).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3438526912"/>
                  </a:ext>
                </a:extLst>
              </a:tr>
              <a:tr h="1146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Resilience (Queue)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3-4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New: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Implement </a:t>
                      </a: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Tasks/Pub/Sub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for 3–5 min actions and </a:t>
                      </a: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Transient RAG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processing.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+2-5%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Infrastructure TCO.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1724910342"/>
                  </a:ext>
                </a:extLst>
              </a:tr>
              <a:tr h="67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End-User HITL</a:t>
                      </a:r>
                      <a:endParaRPr lang="en-GB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4-5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 "Interrupt" UI for human-in-the-loop approvals.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 </a:t>
                      </a:r>
                      <a:r>
                        <a:rPr lang="en-GB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UI/UX.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1084123093"/>
                  </a:ext>
                </a:extLst>
              </a:tr>
              <a:tr h="833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Phase</a:t>
                      </a:r>
                      <a:endParaRPr lang="en-GB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6+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rollout to 25k users with 100% EU residency.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by serverless scaling.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1095136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26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E0A93-31D1-D126-1975-D1080300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D52751-C4EF-5DCA-E35B-AFD34444AA22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A9B63E-3339-1146-08C4-3D67894EA5EF}"/>
              </a:ext>
            </a:extLst>
          </p:cNvPr>
          <p:cNvGrpSpPr/>
          <p:nvPr/>
        </p:nvGrpSpPr>
        <p:grpSpPr>
          <a:xfrm>
            <a:off x="392802" y="466220"/>
            <a:ext cx="8358389" cy="954107"/>
            <a:chOff x="334969" y="289023"/>
            <a:chExt cx="8358389" cy="9541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BAACAEB-ABD3-91BF-9464-85F8FA1871AF}"/>
                </a:ext>
              </a:extLst>
            </p:cNvPr>
            <p:cNvSpPr txBox="1"/>
            <p:nvPr/>
          </p:nvSpPr>
          <p:spPr>
            <a:xfrm>
              <a:off x="334969" y="289023"/>
              <a:ext cx="8229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3200" b="1">
                  <a:solidFill>
                    <a:srgbClr val="000000"/>
                  </a:solidFill>
                </a:defRPr>
              </a:pPr>
              <a:r>
                <a:rPr dirty="0"/>
                <a:t>Logical Architecture (The "Virtual Team")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CA2546-9963-C175-2514-A0A4DDFD080A}"/>
                </a:ext>
              </a:extLst>
            </p:cNvPr>
            <p:cNvSpPr txBox="1"/>
            <p:nvPr/>
          </p:nvSpPr>
          <p:spPr>
            <a:xfrm>
              <a:off x="334969" y="873798"/>
              <a:ext cx="8358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Stateful Multi-Agent Orchestration with End-to-End Observability</a:t>
              </a:r>
              <a:endParaRPr lang="en-FR" dirty="0"/>
            </a:p>
          </p:txBody>
        </p:sp>
      </p:grpSp>
      <p:pic>
        <p:nvPicPr>
          <p:cNvPr id="4" name="Content Placeholder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261955C6-EB03-6C3F-6615-3BD6465C1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24" y="2382561"/>
            <a:ext cx="9150062" cy="347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6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/>
              <a:t>Secure </a:t>
            </a:r>
            <a:r>
              <a:rPr lang="en-US" dirty="0"/>
              <a:t>Traffic </a:t>
            </a:r>
            <a:r>
              <a:rPr dirty="0"/>
              <a:t>Operations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31A6E54-5737-2A90-B46C-AC20F09256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090909"/>
              </p:ext>
            </p:extLst>
          </p:nvPr>
        </p:nvGraphicFramePr>
        <p:xfrm>
          <a:off x="457200" y="2011680"/>
          <a:ext cx="8342243" cy="4614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E02561-2145-F548-CF12-ECB2204B04E8}"/>
              </a:ext>
            </a:extLst>
          </p:cNvPr>
          <p:cNvSpPr txBox="1"/>
          <p:nvPr/>
        </p:nvSpPr>
        <p:spPr>
          <a:xfrm>
            <a:off x="457200" y="966133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dirty="0"/>
              <a:t>Secure Ingress and Egress with Cloud NAT, whitelisted IP, and Identity propagation and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14DF98D-7BFD-2C2B-E306-8E486F48F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20392"/>
            <a:ext cx="692239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800" b="1" i="0" u="none" strike="noStrike" cap="none" normalizeH="0" baseline="0" dirty="0">
                <a:ln>
                  <a:noFill/>
                </a:ln>
                <a:solidFill>
                  <a:srgbClr val="000E1D"/>
                </a:solidFill>
                <a:effectLst/>
              </a:rPr>
              <a:t>Synthèse: Problème, Solution, Flux</a:t>
            </a:r>
            <a:endParaRPr kumimoji="0" lang="en-FR" altLang="en-F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FR" altLang="en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FR" altLang="en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FR" altLang="en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1F617EF-BD6F-47FE-2F40-19836482B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8411" y="986418"/>
            <a:ext cx="83583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FR" altLang="en-F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FR" altLang="en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Le client souhaite une plateforme IA pour améliorer le support</a:t>
            </a:r>
            <a:endParaRPr kumimoji="0" lang="en-FR" altLang="en-F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FR" altLang="en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La solution doit être augmentée, actionnable, et déployée à l'échelle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FR" altLang="en-F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L'architecture sera construite sur GCP dans la zone EU avec Zero-Trust</a:t>
            </a:r>
            <a:endParaRPr kumimoji="0" lang="en-FR" altLang="en-F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FR" altLang="en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62558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Operational Maturity (Day 2)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DF638D-DDCE-1500-7593-E74B02C2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86781"/>
              </p:ext>
            </p:extLst>
          </p:nvPr>
        </p:nvGraphicFramePr>
        <p:xfrm>
          <a:off x="294861" y="1280160"/>
          <a:ext cx="8554278" cy="47520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9226">
                  <a:extLst>
                    <a:ext uri="{9D8B030D-6E8A-4147-A177-3AD203B41FA5}">
                      <a16:colId xmlns:a16="http://schemas.microsoft.com/office/drawing/2014/main" val="4144776139"/>
                    </a:ext>
                  </a:extLst>
                </a:gridCol>
                <a:gridCol w="3127513">
                  <a:extLst>
                    <a:ext uri="{9D8B030D-6E8A-4147-A177-3AD203B41FA5}">
                      <a16:colId xmlns:a16="http://schemas.microsoft.com/office/drawing/2014/main" val="1153908848"/>
                    </a:ext>
                  </a:extLst>
                </a:gridCol>
                <a:gridCol w="3667539">
                  <a:extLst>
                    <a:ext uri="{9D8B030D-6E8A-4147-A177-3AD203B41FA5}">
                      <a16:colId xmlns:a16="http://schemas.microsoft.com/office/drawing/2014/main" val="337546647"/>
                    </a:ext>
                  </a:extLst>
                </a:gridCol>
              </a:tblGrid>
              <a:tr h="4796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Capability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Implementation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Value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25329026"/>
                  </a:ext>
                </a:extLst>
              </a:tr>
              <a:tr h="1542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Observability</a:t>
                      </a:r>
                      <a:endParaRPr lang="en-GB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0" dirty="0">
                          <a:effectLst/>
                        </a:rPr>
                        <a:t>Distributed Tracing</a:t>
                      </a:r>
                    </a:p>
                    <a:p>
                      <a:pPr algn="l">
                        <a:buNone/>
                      </a:pPr>
                      <a:r>
                        <a:rPr lang="en-GB" b="0" dirty="0">
                          <a:effectLst/>
                        </a:rPr>
                        <a:t>(LangSmith/OpenTelemetry)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User flagged response (</a:t>
                      </a:r>
                      <a:r>
                        <a:rPr lang="en-GB" i="1" dirty="0">
                          <a:effectLst/>
                        </a:rPr>
                        <a:t>hallucination</a:t>
                      </a:r>
                      <a:r>
                        <a:rPr lang="en-GB" dirty="0">
                          <a:effectLst/>
                        </a:rPr>
                        <a:t>) is traced back to the specific retrieved document or agent decision.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6699551"/>
                  </a:ext>
                </a:extLst>
              </a:tr>
              <a:tr h="1542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QA &amp; Testing</a:t>
                      </a:r>
                      <a:endParaRPr lang="en-GB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0" dirty="0">
                          <a:effectLst/>
                        </a:rPr>
                        <a:t>"Golden Dataset" Regression + Continuous Benchmarking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CI/CD pipeline runs 100+ standard questions to ensure new code doesn't degrade answer quality.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70165352"/>
                  </a:ext>
                </a:extLst>
              </a:tr>
              <a:tr h="11875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Resilience</a:t>
                      </a:r>
                      <a:endParaRPr lang="en-GB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0" dirty="0">
                          <a:effectLst/>
                        </a:rPr>
                        <a:t>Circuit Breakers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Graceful degradation if a tool (e.g., ServiceNow) is slow or down.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889576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BA74-BA2A-179B-6515-80E3B582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DE509-507A-22BB-4B7F-830870526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  <p:pic>
        <p:nvPicPr>
          <p:cNvPr id="4" name="Picture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041E3BC6-32DD-6892-8E18-0FA1656DB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3" y="2366722"/>
            <a:ext cx="8281013" cy="405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5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33E6-3D2D-FBB5-32C9-AF7FA0AA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Detailed Logical Architecture</a:t>
            </a:r>
          </a:p>
        </p:txBody>
      </p:sp>
      <p:pic>
        <p:nvPicPr>
          <p:cNvPr id="5" name="Content Placeholder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C72788EB-FD8F-1814-C753-933CE80F0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04659" y="2200062"/>
            <a:ext cx="9774902" cy="3917933"/>
          </a:xfrm>
        </p:spPr>
      </p:pic>
    </p:spTree>
    <p:extLst>
      <p:ext uri="{BB962C8B-B14F-4D97-AF65-F5344CB8AC3E}">
        <p14:creationId xmlns:p14="http://schemas.microsoft.com/office/powerpoint/2010/main" val="304460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</TotalTime>
  <Words>2857</Words>
  <Application>Microsoft Macintosh PowerPoint</Application>
  <PresentationFormat>On-screen Show (4:3)</PresentationFormat>
  <Paragraphs>310</Paragraphs>
  <Slides>18</Slides>
  <Notes>16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Synthèse: Problème, Solution, Flux   </vt:lpstr>
      <vt:lpstr>PowerPoint Presentation</vt:lpstr>
      <vt:lpstr>PowerPoint Presentation</vt:lpstr>
      <vt:lpstr>Detailed Logical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Mohamad NABAA</cp:lastModifiedBy>
  <cp:revision>85</cp:revision>
  <cp:lastPrinted>2026-01-13T10:28:18Z</cp:lastPrinted>
  <dcterms:created xsi:type="dcterms:W3CDTF">2013-01-27T09:14:16Z</dcterms:created>
  <dcterms:modified xsi:type="dcterms:W3CDTF">2026-01-13T14:04:56Z</dcterms:modified>
  <cp:category/>
</cp:coreProperties>
</file>