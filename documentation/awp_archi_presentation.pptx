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0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1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68" r:id="rId3"/>
    <p:sldId id="257" r:id="rId4"/>
    <p:sldId id="258" r:id="rId5"/>
    <p:sldId id="261" r:id="rId6"/>
    <p:sldId id="271" r:id="rId7"/>
    <p:sldId id="260" r:id="rId8"/>
    <p:sldId id="270" r:id="rId9"/>
    <p:sldId id="264" r:id="rId10"/>
    <p:sldId id="265" r:id="rId11"/>
    <p:sldId id="272" r:id="rId12"/>
    <p:sldId id="274" r:id="rId13"/>
    <p:sldId id="273" r:id="rId14"/>
    <p:sldId id="262" r:id="rId15"/>
    <p:sldId id="266" r:id="rId16"/>
    <p:sldId id="263" r:id="rId17"/>
    <p:sldId id="269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CECE"/>
    <a:srgbClr val="C04F4C"/>
    <a:srgbClr val="8C38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56"/>
    <p:restoredTop sz="96966"/>
  </p:normalViewPr>
  <p:slideViewPr>
    <p:cSldViewPr snapToGrid="0" snapToObjects="1">
      <p:cViewPr>
        <p:scale>
          <a:sx n="136" d="100"/>
          <a:sy n="136" d="100"/>
        </p:scale>
        <p:origin x="1872" y="5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4" Type="http://schemas.openxmlformats.org/officeDocument/2006/relationships/image" Target="../media/image7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3">
  <dgm:title val=""/>
  <dgm:desc val=""/>
  <dgm:catLst>
    <dgm:cat type="accent2" pri="11300"/>
  </dgm:catLst>
  <dgm:styleLbl name="node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>
        <a:shade val="80000"/>
      </a:schemeClr>
      <a:schemeClr val="accent2">
        <a:tint val="7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/>
    <dgm:txEffectClrLst/>
  </dgm:styleLbl>
  <dgm:styleLbl name="ln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9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8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5">
  <dgm:title val=""/>
  <dgm:desc val=""/>
  <dgm:catLst>
    <dgm:cat type="accent2" pri="11500"/>
  </dgm:catLst>
  <dgm:styleLbl name="node0">
    <dgm:fillClrLst meth="cycle">
      <a:schemeClr val="accent2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alpha val="90000"/>
      </a:schemeClr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>
        <a:alpha val="90000"/>
      </a:schemeClr>
      <a:schemeClr val="accent2">
        <a:alpha val="5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/>
    <dgm:txEffectClrLst/>
  </dgm:styleLbl>
  <dgm:styleLbl name="lnNode1">
    <dgm:fillClrLst>
      <a:schemeClr val="accent2">
        <a:shade val="90000"/>
      </a:schemeClr>
      <a:schemeClr val="accent2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alpha val="2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  <a:alpha val="90000"/>
      </a:schemeClr>
      <a:schemeClr val="accent2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b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ibTrans1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alpha val="90000"/>
        <a:tint val="40000"/>
      </a:schemeClr>
      <a:schemeClr val="accent2">
        <a:alpha val="5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664E7F-004C-5E42-9E61-D39A214C7D52}" type="doc">
      <dgm:prSet loTypeId="urn:microsoft.com/office/officeart/2008/layout/LinedList" loCatId="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070459AE-AF66-3447-96F5-339FE1513733}">
      <dgm:prSet custT="1"/>
      <dgm:spPr/>
      <dgm:t>
        <a:bodyPr/>
        <a:lstStyle/>
        <a:p>
          <a:r>
            <a:rPr lang="en-GB" sz="2400" b="1">
              <a:latin typeface="Arial" panose="020B0604020202020204" pitchFamily="34" charset="0"/>
              <a:cs typeface="Arial" panose="020B0604020202020204" pitchFamily="34" charset="0"/>
            </a:rPr>
            <a:t>Objective</a:t>
          </a:r>
          <a:endParaRPr lang="en-FR" sz="2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C55305-50EC-5148-8235-3F57B3183653}" type="parTrans" cxnId="{19DC34EC-A6F2-9E46-98D9-7E9937D708D4}">
      <dgm:prSet/>
      <dgm:spPr/>
      <dgm:t>
        <a:bodyPr/>
        <a:lstStyle/>
        <a:p>
          <a:endParaRPr lang="en-GB"/>
        </a:p>
      </dgm:t>
    </dgm:pt>
    <dgm:pt modelId="{1CB47D0B-01B1-0C49-9A7D-01401C06AA0C}" type="sibTrans" cxnId="{19DC34EC-A6F2-9E46-98D9-7E9937D708D4}">
      <dgm:prSet/>
      <dgm:spPr/>
      <dgm:t>
        <a:bodyPr/>
        <a:lstStyle/>
        <a:p>
          <a:endParaRPr lang="en-GB"/>
        </a:p>
      </dgm:t>
    </dgm:pt>
    <dgm:pt modelId="{7E5FE11B-6D77-D349-9D6F-E57A552FAE04}">
      <dgm:prSet custT="1"/>
      <dgm:spPr/>
      <dgm:t>
        <a:bodyPr anchor="ctr"/>
        <a:lstStyle/>
        <a:p>
          <a:pPr algn="l"/>
          <a:r>
            <a:rPr lang="en-GB" sz="2400" dirty="0">
              <a:latin typeface="Arial" panose="020B0604020202020204" pitchFamily="34" charset="0"/>
              <a:cs typeface="Arial" panose="020B0604020202020204" pitchFamily="34" charset="0"/>
            </a:rPr>
            <a:t>Create a Sovereign Agentic-powered "Virtual Team" that executes complex tasks while keeping the human in the loop for actions.</a:t>
          </a:r>
          <a:endParaRPr lang="en-FR" sz="2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46C9E0F-F881-304C-AC8A-0C847C849547}" type="parTrans" cxnId="{7D0C013C-40D2-EA45-94AA-18C4824BA1E9}">
      <dgm:prSet/>
      <dgm:spPr/>
      <dgm:t>
        <a:bodyPr/>
        <a:lstStyle/>
        <a:p>
          <a:endParaRPr lang="en-GB"/>
        </a:p>
      </dgm:t>
    </dgm:pt>
    <dgm:pt modelId="{C2350580-DFE6-7E4D-8A9E-8E1A5FF90E4C}" type="sibTrans" cxnId="{7D0C013C-40D2-EA45-94AA-18C4824BA1E9}">
      <dgm:prSet/>
      <dgm:spPr/>
      <dgm:t>
        <a:bodyPr/>
        <a:lstStyle/>
        <a:p>
          <a:endParaRPr lang="en-GB"/>
        </a:p>
      </dgm:t>
    </dgm:pt>
    <dgm:pt modelId="{1FC5D3CA-B244-684A-839B-B9D7F407745F}">
      <dgm:prSet custT="1"/>
      <dgm:spPr/>
      <dgm:t>
        <a:bodyPr/>
        <a:lstStyle/>
        <a:p>
          <a:r>
            <a:rPr lang="en-GB" sz="2400" b="1" dirty="0">
              <a:latin typeface="Arial" panose="020B0604020202020204" pitchFamily="34" charset="0"/>
              <a:cs typeface="Arial" panose="020B0604020202020204" pitchFamily="34" charset="0"/>
            </a:rPr>
            <a:t>Problem</a:t>
          </a:r>
          <a:endParaRPr lang="en-GB" sz="3200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49C10E5-4AA7-0B4A-B29C-D6F5FA0451A7}" type="parTrans" cxnId="{59ADB902-AE62-584C-91C2-193ECEF28FF8}">
      <dgm:prSet/>
      <dgm:spPr/>
      <dgm:t>
        <a:bodyPr/>
        <a:lstStyle/>
        <a:p>
          <a:endParaRPr lang="en-GB"/>
        </a:p>
      </dgm:t>
    </dgm:pt>
    <dgm:pt modelId="{ADBE99A0-EF73-7B49-AA2C-B61BF1B76A5A}" type="sibTrans" cxnId="{59ADB902-AE62-584C-91C2-193ECEF28FF8}">
      <dgm:prSet/>
      <dgm:spPr/>
      <dgm:t>
        <a:bodyPr/>
        <a:lstStyle/>
        <a:p>
          <a:endParaRPr lang="en-GB"/>
        </a:p>
      </dgm:t>
    </dgm:pt>
    <dgm:pt modelId="{BEF18ACD-39E7-1F40-B4A9-B88042142BF8}">
      <dgm:prSet custT="1"/>
      <dgm:spPr/>
      <dgm:t>
        <a:bodyPr/>
        <a:lstStyle/>
        <a:p>
          <a:pPr algn="l">
            <a:buNone/>
          </a:pPr>
          <a:r>
            <a:rPr lang="en-GB" sz="2400" b="0" i="0" dirty="0">
              <a:latin typeface="Arial" panose="020B0604020202020204" pitchFamily="34" charset="0"/>
              <a:cs typeface="Arial" panose="020B0604020202020204" pitchFamily="34" charset="0"/>
            </a:rPr>
            <a:t>LUXE Sector client with 25000 internal users, are using a static chatbot that provides information but lack the capability to perform </a:t>
          </a:r>
          <a:r>
            <a:rPr lang="en-GB" sz="2400" b="1" i="0" dirty="0">
              <a:latin typeface="Arial" panose="020B0604020202020204" pitchFamily="34" charset="0"/>
              <a:cs typeface="Arial" panose="020B0604020202020204" pitchFamily="34" charset="0"/>
            </a:rPr>
            <a:t>autonomous operational actions</a:t>
          </a:r>
          <a:endParaRPr lang="en-GB" sz="2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D7B6BD7-1598-BB47-A18D-0803E05EA4F1}" type="parTrans" cxnId="{72667022-EBA8-8D49-9EDC-D1560BA8815E}">
      <dgm:prSet/>
      <dgm:spPr/>
      <dgm:t>
        <a:bodyPr/>
        <a:lstStyle/>
        <a:p>
          <a:endParaRPr lang="en-GB"/>
        </a:p>
      </dgm:t>
    </dgm:pt>
    <dgm:pt modelId="{E817F702-5F81-7B47-B837-AA65799C495D}" type="sibTrans" cxnId="{72667022-EBA8-8D49-9EDC-D1560BA8815E}">
      <dgm:prSet/>
      <dgm:spPr/>
      <dgm:t>
        <a:bodyPr/>
        <a:lstStyle/>
        <a:p>
          <a:endParaRPr lang="en-GB"/>
        </a:p>
      </dgm:t>
    </dgm:pt>
    <dgm:pt modelId="{254A05FB-8459-CF4F-8285-900E24F98648}">
      <dgm:prSet custT="1"/>
      <dgm:spPr/>
      <dgm:t>
        <a:bodyPr/>
        <a:lstStyle/>
        <a:p>
          <a:r>
            <a:rPr lang="en-GB" sz="2400" b="1" kern="1200">
              <a:latin typeface="Arial" panose="020B0604020202020204" pitchFamily="34" charset="0"/>
              <a:ea typeface="+mn-ea"/>
              <a:cs typeface="Arial" panose="020B0604020202020204" pitchFamily="34" charset="0"/>
            </a:rPr>
            <a:t>Vision</a:t>
          </a:r>
          <a:endParaRPr lang="en-GB" sz="2400" b="1" kern="1200" dirty="0">
            <a:latin typeface="Arial" panose="020B0604020202020204" pitchFamily="34" charset="0"/>
            <a:ea typeface="+mn-ea"/>
            <a:cs typeface="Arial" panose="020B0604020202020204" pitchFamily="34" charset="0"/>
          </a:endParaRPr>
        </a:p>
      </dgm:t>
    </dgm:pt>
    <dgm:pt modelId="{856814EB-4B86-EA4A-A019-5984B7D3BBBE}" type="parTrans" cxnId="{DCA9FDCE-E5E5-834A-87B7-D65FCEC7B6E9}">
      <dgm:prSet/>
      <dgm:spPr/>
      <dgm:t>
        <a:bodyPr/>
        <a:lstStyle/>
        <a:p>
          <a:endParaRPr lang="en-GB"/>
        </a:p>
      </dgm:t>
    </dgm:pt>
    <dgm:pt modelId="{D9E24F8B-1651-FB41-9417-72067D2E7DFD}" type="sibTrans" cxnId="{DCA9FDCE-E5E5-834A-87B7-D65FCEC7B6E9}">
      <dgm:prSet/>
      <dgm:spPr/>
      <dgm:t>
        <a:bodyPr/>
        <a:lstStyle/>
        <a:p>
          <a:endParaRPr lang="en-GB"/>
        </a:p>
      </dgm:t>
    </dgm:pt>
    <dgm:pt modelId="{0ACEF1CA-68AD-E04A-8B9E-710D6318A22B}">
      <dgm:prSet custT="1"/>
      <dgm:spPr/>
      <dgm:t>
        <a:bodyPr/>
        <a:lstStyle/>
        <a:p>
          <a:r>
            <a:rPr lang="en-GB" sz="2400" b="1" kern="1200" dirty="0">
              <a:latin typeface="Arial" panose="020B0604020202020204" pitchFamily="34" charset="0"/>
              <a:ea typeface="+mn-ea"/>
              <a:cs typeface="Arial" panose="020B0604020202020204" pitchFamily="34" charset="0"/>
            </a:rPr>
            <a:t>From Static Chatbot to Sovereign Agentic Platform</a:t>
          </a:r>
        </a:p>
      </dgm:t>
    </dgm:pt>
    <dgm:pt modelId="{CDB50F5D-FEC0-144E-93E9-9F6CE3246270}" type="parTrans" cxnId="{3C839DBA-EAB7-3B49-874B-1847DCA5A8B0}">
      <dgm:prSet/>
      <dgm:spPr/>
      <dgm:t>
        <a:bodyPr/>
        <a:lstStyle/>
        <a:p>
          <a:endParaRPr lang="en-GB"/>
        </a:p>
      </dgm:t>
    </dgm:pt>
    <dgm:pt modelId="{A94744B1-751A-3A49-A836-8E883B9BD71E}" type="sibTrans" cxnId="{3C839DBA-EAB7-3B49-874B-1847DCA5A8B0}">
      <dgm:prSet/>
      <dgm:spPr/>
      <dgm:t>
        <a:bodyPr/>
        <a:lstStyle/>
        <a:p>
          <a:endParaRPr lang="en-GB"/>
        </a:p>
      </dgm:t>
    </dgm:pt>
    <dgm:pt modelId="{8CE6AD31-B2F5-0A45-B0CD-AEF5EEEC5F79}" type="pres">
      <dgm:prSet presAssocID="{6C664E7F-004C-5E42-9E61-D39A214C7D52}" presName="vert0" presStyleCnt="0">
        <dgm:presLayoutVars>
          <dgm:dir/>
          <dgm:animOne val="branch"/>
          <dgm:animLvl val="lvl"/>
        </dgm:presLayoutVars>
      </dgm:prSet>
      <dgm:spPr/>
    </dgm:pt>
    <dgm:pt modelId="{5ED6F4B8-69DF-0649-8867-5D0746265E07}" type="pres">
      <dgm:prSet presAssocID="{1FC5D3CA-B244-684A-839B-B9D7F407745F}" presName="thickLine" presStyleLbl="alignNode1" presStyleIdx="0" presStyleCnt="3"/>
      <dgm:spPr/>
    </dgm:pt>
    <dgm:pt modelId="{8EB48D1D-C73E-CE40-B2F5-9925D403AB8F}" type="pres">
      <dgm:prSet presAssocID="{1FC5D3CA-B244-684A-839B-B9D7F407745F}" presName="horz1" presStyleCnt="0"/>
      <dgm:spPr/>
    </dgm:pt>
    <dgm:pt modelId="{68BE1941-5398-5148-B837-63D75B188906}" type="pres">
      <dgm:prSet presAssocID="{1FC5D3CA-B244-684A-839B-B9D7F407745F}" presName="tx1" presStyleLbl="revTx" presStyleIdx="0" presStyleCnt="6"/>
      <dgm:spPr/>
    </dgm:pt>
    <dgm:pt modelId="{B6A908FB-2ABE-3D40-86C8-F125D991554E}" type="pres">
      <dgm:prSet presAssocID="{1FC5D3CA-B244-684A-839B-B9D7F407745F}" presName="vert1" presStyleCnt="0"/>
      <dgm:spPr/>
    </dgm:pt>
    <dgm:pt modelId="{15B410E8-FAEB-CB41-B709-6E0944B85DC1}" type="pres">
      <dgm:prSet presAssocID="{BEF18ACD-39E7-1F40-B4A9-B88042142BF8}" presName="vertSpace2a" presStyleCnt="0"/>
      <dgm:spPr/>
    </dgm:pt>
    <dgm:pt modelId="{FB176B3F-4C60-FA44-9981-7546672EBEAA}" type="pres">
      <dgm:prSet presAssocID="{BEF18ACD-39E7-1F40-B4A9-B88042142BF8}" presName="horz2" presStyleCnt="0"/>
      <dgm:spPr/>
    </dgm:pt>
    <dgm:pt modelId="{6D223F0D-B01D-B944-8300-996807310572}" type="pres">
      <dgm:prSet presAssocID="{BEF18ACD-39E7-1F40-B4A9-B88042142BF8}" presName="horzSpace2" presStyleCnt="0"/>
      <dgm:spPr/>
    </dgm:pt>
    <dgm:pt modelId="{D35B014C-C2EE-B243-9AEB-1B9F63CCEF2D}" type="pres">
      <dgm:prSet presAssocID="{BEF18ACD-39E7-1F40-B4A9-B88042142BF8}" presName="tx2" presStyleLbl="revTx" presStyleIdx="1" presStyleCnt="6"/>
      <dgm:spPr/>
    </dgm:pt>
    <dgm:pt modelId="{69420BCD-494D-E645-A802-CD2BE4F90BF3}" type="pres">
      <dgm:prSet presAssocID="{BEF18ACD-39E7-1F40-B4A9-B88042142BF8}" presName="vert2" presStyleCnt="0"/>
      <dgm:spPr/>
    </dgm:pt>
    <dgm:pt modelId="{D1D88478-F41B-2342-A05D-0643EA19E74C}" type="pres">
      <dgm:prSet presAssocID="{BEF18ACD-39E7-1F40-B4A9-B88042142BF8}" presName="thinLine2b" presStyleLbl="callout" presStyleIdx="0" presStyleCnt="3"/>
      <dgm:spPr/>
    </dgm:pt>
    <dgm:pt modelId="{6997FA72-A333-204A-9BB1-813F002A7FB4}" type="pres">
      <dgm:prSet presAssocID="{BEF18ACD-39E7-1F40-B4A9-B88042142BF8}" presName="vertSpace2b" presStyleCnt="0"/>
      <dgm:spPr/>
    </dgm:pt>
    <dgm:pt modelId="{D6058178-F03D-2D4E-A17A-4E08259B5CA3}" type="pres">
      <dgm:prSet presAssocID="{254A05FB-8459-CF4F-8285-900E24F98648}" presName="thickLine" presStyleLbl="alignNode1" presStyleIdx="1" presStyleCnt="3"/>
      <dgm:spPr/>
    </dgm:pt>
    <dgm:pt modelId="{B7C70E5A-E4AF-E84C-A73F-FD5D5833FCEA}" type="pres">
      <dgm:prSet presAssocID="{254A05FB-8459-CF4F-8285-900E24F98648}" presName="horz1" presStyleCnt="0"/>
      <dgm:spPr/>
    </dgm:pt>
    <dgm:pt modelId="{1B7C5221-46E7-364A-BF87-84F1BE0A6DC3}" type="pres">
      <dgm:prSet presAssocID="{254A05FB-8459-CF4F-8285-900E24F98648}" presName="tx1" presStyleLbl="revTx" presStyleIdx="2" presStyleCnt="6"/>
      <dgm:spPr/>
    </dgm:pt>
    <dgm:pt modelId="{42B7C802-F665-A541-AF51-3EAD49CAAC30}" type="pres">
      <dgm:prSet presAssocID="{254A05FB-8459-CF4F-8285-900E24F98648}" presName="vert1" presStyleCnt="0"/>
      <dgm:spPr/>
    </dgm:pt>
    <dgm:pt modelId="{F4F85C79-FEA8-DA41-930A-D49D09E5C4C6}" type="pres">
      <dgm:prSet presAssocID="{0ACEF1CA-68AD-E04A-8B9E-710D6318A22B}" presName="vertSpace2a" presStyleCnt="0"/>
      <dgm:spPr/>
    </dgm:pt>
    <dgm:pt modelId="{A406A12B-2B7E-E34C-9DCC-EDD95BADFE5E}" type="pres">
      <dgm:prSet presAssocID="{0ACEF1CA-68AD-E04A-8B9E-710D6318A22B}" presName="horz2" presStyleCnt="0"/>
      <dgm:spPr/>
    </dgm:pt>
    <dgm:pt modelId="{1D5E1F9B-D2A3-8541-AEA2-AD087D3334DE}" type="pres">
      <dgm:prSet presAssocID="{0ACEF1CA-68AD-E04A-8B9E-710D6318A22B}" presName="horzSpace2" presStyleCnt="0"/>
      <dgm:spPr/>
    </dgm:pt>
    <dgm:pt modelId="{6E11B07D-C76A-DA4E-9B3F-AB6826CC9492}" type="pres">
      <dgm:prSet presAssocID="{0ACEF1CA-68AD-E04A-8B9E-710D6318A22B}" presName="tx2" presStyleLbl="revTx" presStyleIdx="3" presStyleCnt="6"/>
      <dgm:spPr/>
    </dgm:pt>
    <dgm:pt modelId="{CE8A0391-3739-6141-B31F-711562E72214}" type="pres">
      <dgm:prSet presAssocID="{0ACEF1CA-68AD-E04A-8B9E-710D6318A22B}" presName="vert2" presStyleCnt="0"/>
      <dgm:spPr/>
    </dgm:pt>
    <dgm:pt modelId="{8C3DC2FB-667A-1E48-B7D8-14761F23B258}" type="pres">
      <dgm:prSet presAssocID="{0ACEF1CA-68AD-E04A-8B9E-710D6318A22B}" presName="thinLine2b" presStyleLbl="callout" presStyleIdx="1" presStyleCnt="3"/>
      <dgm:spPr/>
    </dgm:pt>
    <dgm:pt modelId="{79EDEC1C-5D67-D541-BBD7-875EBCA1762D}" type="pres">
      <dgm:prSet presAssocID="{0ACEF1CA-68AD-E04A-8B9E-710D6318A22B}" presName="vertSpace2b" presStyleCnt="0"/>
      <dgm:spPr/>
    </dgm:pt>
    <dgm:pt modelId="{C90BC272-3115-BD4D-91E4-D03B0D679FD7}" type="pres">
      <dgm:prSet presAssocID="{070459AE-AF66-3447-96F5-339FE1513733}" presName="thickLine" presStyleLbl="alignNode1" presStyleIdx="2" presStyleCnt="3"/>
      <dgm:spPr/>
    </dgm:pt>
    <dgm:pt modelId="{9A970F39-4792-7E41-8CA5-1ACDE879B34A}" type="pres">
      <dgm:prSet presAssocID="{070459AE-AF66-3447-96F5-339FE1513733}" presName="horz1" presStyleCnt="0"/>
      <dgm:spPr/>
    </dgm:pt>
    <dgm:pt modelId="{01A71C65-1976-3649-8A82-00400063B78E}" type="pres">
      <dgm:prSet presAssocID="{070459AE-AF66-3447-96F5-339FE1513733}" presName="tx1" presStyleLbl="revTx" presStyleIdx="4" presStyleCnt="6"/>
      <dgm:spPr/>
    </dgm:pt>
    <dgm:pt modelId="{621AA82F-EB7F-B544-ACAD-EA1B9D0035BE}" type="pres">
      <dgm:prSet presAssocID="{070459AE-AF66-3447-96F5-339FE1513733}" presName="vert1" presStyleCnt="0"/>
      <dgm:spPr/>
    </dgm:pt>
    <dgm:pt modelId="{4F102CBE-96EF-8944-9B7F-F9D46BE9BA4E}" type="pres">
      <dgm:prSet presAssocID="{7E5FE11B-6D77-D349-9D6F-E57A552FAE04}" presName="vertSpace2a" presStyleCnt="0"/>
      <dgm:spPr/>
    </dgm:pt>
    <dgm:pt modelId="{35C06006-0AD4-2B41-B39B-803F14A991CA}" type="pres">
      <dgm:prSet presAssocID="{7E5FE11B-6D77-D349-9D6F-E57A552FAE04}" presName="horz2" presStyleCnt="0"/>
      <dgm:spPr/>
    </dgm:pt>
    <dgm:pt modelId="{AD053F7E-8BFD-1E49-A3B2-8AFECED7FCEC}" type="pres">
      <dgm:prSet presAssocID="{7E5FE11B-6D77-D349-9D6F-E57A552FAE04}" presName="horzSpace2" presStyleCnt="0"/>
      <dgm:spPr/>
    </dgm:pt>
    <dgm:pt modelId="{CC8FE481-CC59-3D4D-A179-A17536BB5313}" type="pres">
      <dgm:prSet presAssocID="{7E5FE11B-6D77-D349-9D6F-E57A552FAE04}" presName="tx2" presStyleLbl="revTx" presStyleIdx="5" presStyleCnt="6"/>
      <dgm:spPr/>
    </dgm:pt>
    <dgm:pt modelId="{5A812A11-6D76-774D-8276-B1972DA7CD8E}" type="pres">
      <dgm:prSet presAssocID="{7E5FE11B-6D77-D349-9D6F-E57A552FAE04}" presName="vert2" presStyleCnt="0"/>
      <dgm:spPr/>
    </dgm:pt>
    <dgm:pt modelId="{8811B3DE-142E-7349-9D45-7943FADC5059}" type="pres">
      <dgm:prSet presAssocID="{7E5FE11B-6D77-D349-9D6F-E57A552FAE04}" presName="thinLine2b" presStyleLbl="callout" presStyleIdx="2" presStyleCnt="3"/>
      <dgm:spPr/>
    </dgm:pt>
    <dgm:pt modelId="{3250D24F-4DC8-A046-BEF8-941705A7F07E}" type="pres">
      <dgm:prSet presAssocID="{7E5FE11B-6D77-D349-9D6F-E57A552FAE04}" presName="vertSpace2b" presStyleCnt="0"/>
      <dgm:spPr/>
    </dgm:pt>
  </dgm:ptLst>
  <dgm:cxnLst>
    <dgm:cxn modelId="{59ADB902-AE62-584C-91C2-193ECEF28FF8}" srcId="{6C664E7F-004C-5E42-9E61-D39A214C7D52}" destId="{1FC5D3CA-B244-684A-839B-B9D7F407745F}" srcOrd="0" destOrd="0" parTransId="{049C10E5-4AA7-0B4A-B29C-D6F5FA0451A7}" sibTransId="{ADBE99A0-EF73-7B49-AA2C-B61BF1B76A5A}"/>
    <dgm:cxn modelId="{72667022-EBA8-8D49-9EDC-D1560BA8815E}" srcId="{1FC5D3CA-B244-684A-839B-B9D7F407745F}" destId="{BEF18ACD-39E7-1F40-B4A9-B88042142BF8}" srcOrd="0" destOrd="0" parTransId="{7D7B6BD7-1598-BB47-A18D-0803E05EA4F1}" sibTransId="{E817F702-5F81-7B47-B837-AA65799C495D}"/>
    <dgm:cxn modelId="{7D0C013C-40D2-EA45-94AA-18C4824BA1E9}" srcId="{070459AE-AF66-3447-96F5-339FE1513733}" destId="{7E5FE11B-6D77-D349-9D6F-E57A552FAE04}" srcOrd="0" destOrd="0" parTransId="{546C9E0F-F881-304C-AC8A-0C847C849547}" sibTransId="{C2350580-DFE6-7E4D-8A9E-8E1A5FF90E4C}"/>
    <dgm:cxn modelId="{13CF207D-26DA-5D40-805D-C7E9E7761CA5}" type="presOf" srcId="{070459AE-AF66-3447-96F5-339FE1513733}" destId="{01A71C65-1976-3649-8A82-00400063B78E}" srcOrd="0" destOrd="0" presId="urn:microsoft.com/office/officeart/2008/layout/LinedList"/>
    <dgm:cxn modelId="{D8623CA3-507E-9A40-BBF7-1CDEC86D0259}" type="presOf" srcId="{7E5FE11B-6D77-D349-9D6F-E57A552FAE04}" destId="{CC8FE481-CC59-3D4D-A179-A17536BB5313}" srcOrd="0" destOrd="0" presId="urn:microsoft.com/office/officeart/2008/layout/LinedList"/>
    <dgm:cxn modelId="{93BDBEA9-9821-F848-806B-C82A7EAA2E31}" type="presOf" srcId="{1FC5D3CA-B244-684A-839B-B9D7F407745F}" destId="{68BE1941-5398-5148-B837-63D75B188906}" srcOrd="0" destOrd="0" presId="urn:microsoft.com/office/officeart/2008/layout/LinedList"/>
    <dgm:cxn modelId="{AAFDE7AC-0874-5B4B-B0F9-C61F1DE6685C}" type="presOf" srcId="{254A05FB-8459-CF4F-8285-900E24F98648}" destId="{1B7C5221-46E7-364A-BF87-84F1BE0A6DC3}" srcOrd="0" destOrd="0" presId="urn:microsoft.com/office/officeart/2008/layout/LinedList"/>
    <dgm:cxn modelId="{D1A557AE-91DC-4843-AB2C-CA9FD5F40515}" type="presOf" srcId="{0ACEF1CA-68AD-E04A-8B9E-710D6318A22B}" destId="{6E11B07D-C76A-DA4E-9B3F-AB6826CC9492}" srcOrd="0" destOrd="0" presId="urn:microsoft.com/office/officeart/2008/layout/LinedList"/>
    <dgm:cxn modelId="{3C839DBA-EAB7-3B49-874B-1847DCA5A8B0}" srcId="{254A05FB-8459-CF4F-8285-900E24F98648}" destId="{0ACEF1CA-68AD-E04A-8B9E-710D6318A22B}" srcOrd="0" destOrd="0" parTransId="{CDB50F5D-FEC0-144E-93E9-9F6CE3246270}" sibTransId="{A94744B1-751A-3A49-A836-8E883B9BD71E}"/>
    <dgm:cxn modelId="{DCA9FDCE-E5E5-834A-87B7-D65FCEC7B6E9}" srcId="{6C664E7F-004C-5E42-9E61-D39A214C7D52}" destId="{254A05FB-8459-CF4F-8285-900E24F98648}" srcOrd="1" destOrd="0" parTransId="{856814EB-4B86-EA4A-A019-5984B7D3BBBE}" sibTransId="{D9E24F8B-1651-FB41-9417-72067D2E7DFD}"/>
    <dgm:cxn modelId="{4F89A2D3-AE51-1944-8ABF-0AA0EF29C5BF}" type="presOf" srcId="{BEF18ACD-39E7-1F40-B4A9-B88042142BF8}" destId="{D35B014C-C2EE-B243-9AEB-1B9F63CCEF2D}" srcOrd="0" destOrd="0" presId="urn:microsoft.com/office/officeart/2008/layout/LinedList"/>
    <dgm:cxn modelId="{19DC34EC-A6F2-9E46-98D9-7E9937D708D4}" srcId="{6C664E7F-004C-5E42-9E61-D39A214C7D52}" destId="{070459AE-AF66-3447-96F5-339FE1513733}" srcOrd="2" destOrd="0" parTransId="{72C55305-50EC-5148-8235-3F57B3183653}" sibTransId="{1CB47D0B-01B1-0C49-9A7D-01401C06AA0C}"/>
    <dgm:cxn modelId="{85BEF4F3-0DDE-CB40-A42B-BA285F66E481}" type="presOf" srcId="{6C664E7F-004C-5E42-9E61-D39A214C7D52}" destId="{8CE6AD31-B2F5-0A45-B0CD-AEF5EEEC5F79}" srcOrd="0" destOrd="0" presId="urn:microsoft.com/office/officeart/2008/layout/LinedList"/>
    <dgm:cxn modelId="{E071CDB7-90B5-FD4A-A8FA-D8DF67C53B99}" type="presParOf" srcId="{8CE6AD31-B2F5-0A45-B0CD-AEF5EEEC5F79}" destId="{5ED6F4B8-69DF-0649-8867-5D0746265E07}" srcOrd="0" destOrd="0" presId="urn:microsoft.com/office/officeart/2008/layout/LinedList"/>
    <dgm:cxn modelId="{712D7662-BB44-D94E-8751-295D8231BC7B}" type="presParOf" srcId="{8CE6AD31-B2F5-0A45-B0CD-AEF5EEEC5F79}" destId="{8EB48D1D-C73E-CE40-B2F5-9925D403AB8F}" srcOrd="1" destOrd="0" presId="urn:microsoft.com/office/officeart/2008/layout/LinedList"/>
    <dgm:cxn modelId="{80E852C5-761C-B549-9142-91EA131D91A0}" type="presParOf" srcId="{8EB48D1D-C73E-CE40-B2F5-9925D403AB8F}" destId="{68BE1941-5398-5148-B837-63D75B188906}" srcOrd="0" destOrd="0" presId="urn:microsoft.com/office/officeart/2008/layout/LinedList"/>
    <dgm:cxn modelId="{1A3C4C75-D94A-7648-B995-E13677A3D02D}" type="presParOf" srcId="{8EB48D1D-C73E-CE40-B2F5-9925D403AB8F}" destId="{B6A908FB-2ABE-3D40-86C8-F125D991554E}" srcOrd="1" destOrd="0" presId="urn:microsoft.com/office/officeart/2008/layout/LinedList"/>
    <dgm:cxn modelId="{3CA3F82C-409E-A841-A406-EA9E7C8B65FA}" type="presParOf" srcId="{B6A908FB-2ABE-3D40-86C8-F125D991554E}" destId="{15B410E8-FAEB-CB41-B709-6E0944B85DC1}" srcOrd="0" destOrd="0" presId="urn:microsoft.com/office/officeart/2008/layout/LinedList"/>
    <dgm:cxn modelId="{6EA38361-9B12-B34C-934E-BBDC49E8064A}" type="presParOf" srcId="{B6A908FB-2ABE-3D40-86C8-F125D991554E}" destId="{FB176B3F-4C60-FA44-9981-7546672EBEAA}" srcOrd="1" destOrd="0" presId="urn:microsoft.com/office/officeart/2008/layout/LinedList"/>
    <dgm:cxn modelId="{B9E3526D-93F9-5042-9433-805493E489C5}" type="presParOf" srcId="{FB176B3F-4C60-FA44-9981-7546672EBEAA}" destId="{6D223F0D-B01D-B944-8300-996807310572}" srcOrd="0" destOrd="0" presId="urn:microsoft.com/office/officeart/2008/layout/LinedList"/>
    <dgm:cxn modelId="{366CCEA1-B76F-6E48-A417-6A642B60B208}" type="presParOf" srcId="{FB176B3F-4C60-FA44-9981-7546672EBEAA}" destId="{D35B014C-C2EE-B243-9AEB-1B9F63CCEF2D}" srcOrd="1" destOrd="0" presId="urn:microsoft.com/office/officeart/2008/layout/LinedList"/>
    <dgm:cxn modelId="{13AB13A6-209A-7948-999E-12A20B5358C9}" type="presParOf" srcId="{FB176B3F-4C60-FA44-9981-7546672EBEAA}" destId="{69420BCD-494D-E645-A802-CD2BE4F90BF3}" srcOrd="2" destOrd="0" presId="urn:microsoft.com/office/officeart/2008/layout/LinedList"/>
    <dgm:cxn modelId="{66AF5255-1FED-1842-9952-9B1616005809}" type="presParOf" srcId="{B6A908FB-2ABE-3D40-86C8-F125D991554E}" destId="{D1D88478-F41B-2342-A05D-0643EA19E74C}" srcOrd="2" destOrd="0" presId="urn:microsoft.com/office/officeart/2008/layout/LinedList"/>
    <dgm:cxn modelId="{5D549B39-7F06-ED4B-B5E5-8F6A0FBF5E7F}" type="presParOf" srcId="{B6A908FB-2ABE-3D40-86C8-F125D991554E}" destId="{6997FA72-A333-204A-9BB1-813F002A7FB4}" srcOrd="3" destOrd="0" presId="urn:microsoft.com/office/officeart/2008/layout/LinedList"/>
    <dgm:cxn modelId="{28597F4C-AF92-904D-8D71-89C465C0DABE}" type="presParOf" srcId="{8CE6AD31-B2F5-0A45-B0CD-AEF5EEEC5F79}" destId="{D6058178-F03D-2D4E-A17A-4E08259B5CA3}" srcOrd="2" destOrd="0" presId="urn:microsoft.com/office/officeart/2008/layout/LinedList"/>
    <dgm:cxn modelId="{E6F8793E-A20D-1F44-B71A-BA9AA8FB479B}" type="presParOf" srcId="{8CE6AD31-B2F5-0A45-B0CD-AEF5EEEC5F79}" destId="{B7C70E5A-E4AF-E84C-A73F-FD5D5833FCEA}" srcOrd="3" destOrd="0" presId="urn:microsoft.com/office/officeart/2008/layout/LinedList"/>
    <dgm:cxn modelId="{EE36DD6B-0B6C-4746-8F46-080DF48E1FF3}" type="presParOf" srcId="{B7C70E5A-E4AF-E84C-A73F-FD5D5833FCEA}" destId="{1B7C5221-46E7-364A-BF87-84F1BE0A6DC3}" srcOrd="0" destOrd="0" presId="urn:microsoft.com/office/officeart/2008/layout/LinedList"/>
    <dgm:cxn modelId="{7BBB2DED-B763-4144-952D-C904EC53291A}" type="presParOf" srcId="{B7C70E5A-E4AF-E84C-A73F-FD5D5833FCEA}" destId="{42B7C802-F665-A541-AF51-3EAD49CAAC30}" srcOrd="1" destOrd="0" presId="urn:microsoft.com/office/officeart/2008/layout/LinedList"/>
    <dgm:cxn modelId="{7A72F11A-23F8-7B42-AFA6-EABAFC8F05AC}" type="presParOf" srcId="{42B7C802-F665-A541-AF51-3EAD49CAAC30}" destId="{F4F85C79-FEA8-DA41-930A-D49D09E5C4C6}" srcOrd="0" destOrd="0" presId="urn:microsoft.com/office/officeart/2008/layout/LinedList"/>
    <dgm:cxn modelId="{E92D8DF5-F6F0-DF4A-A0DC-91DFDF54A0E5}" type="presParOf" srcId="{42B7C802-F665-A541-AF51-3EAD49CAAC30}" destId="{A406A12B-2B7E-E34C-9DCC-EDD95BADFE5E}" srcOrd="1" destOrd="0" presId="urn:microsoft.com/office/officeart/2008/layout/LinedList"/>
    <dgm:cxn modelId="{A208A2BF-D60C-8E42-8A0C-1ED29C8F46DB}" type="presParOf" srcId="{A406A12B-2B7E-E34C-9DCC-EDD95BADFE5E}" destId="{1D5E1F9B-D2A3-8541-AEA2-AD087D3334DE}" srcOrd="0" destOrd="0" presId="urn:microsoft.com/office/officeart/2008/layout/LinedList"/>
    <dgm:cxn modelId="{6B8AC041-F1BD-624D-94A0-26F14F2F0CFA}" type="presParOf" srcId="{A406A12B-2B7E-E34C-9DCC-EDD95BADFE5E}" destId="{6E11B07D-C76A-DA4E-9B3F-AB6826CC9492}" srcOrd="1" destOrd="0" presId="urn:microsoft.com/office/officeart/2008/layout/LinedList"/>
    <dgm:cxn modelId="{787D5D23-84C5-BA4F-B398-0CCC07D7C080}" type="presParOf" srcId="{A406A12B-2B7E-E34C-9DCC-EDD95BADFE5E}" destId="{CE8A0391-3739-6141-B31F-711562E72214}" srcOrd="2" destOrd="0" presId="urn:microsoft.com/office/officeart/2008/layout/LinedList"/>
    <dgm:cxn modelId="{0E836957-0DE3-E042-8E43-803C700AF51F}" type="presParOf" srcId="{42B7C802-F665-A541-AF51-3EAD49CAAC30}" destId="{8C3DC2FB-667A-1E48-B7D8-14761F23B258}" srcOrd="2" destOrd="0" presId="urn:microsoft.com/office/officeart/2008/layout/LinedList"/>
    <dgm:cxn modelId="{7415A77E-C606-5F49-91C8-7DC980524B99}" type="presParOf" srcId="{42B7C802-F665-A541-AF51-3EAD49CAAC30}" destId="{79EDEC1C-5D67-D541-BBD7-875EBCA1762D}" srcOrd="3" destOrd="0" presId="urn:microsoft.com/office/officeart/2008/layout/LinedList"/>
    <dgm:cxn modelId="{865406C8-48CE-B146-A4F5-CB8632D34118}" type="presParOf" srcId="{8CE6AD31-B2F5-0A45-B0CD-AEF5EEEC5F79}" destId="{C90BC272-3115-BD4D-91E4-D03B0D679FD7}" srcOrd="4" destOrd="0" presId="urn:microsoft.com/office/officeart/2008/layout/LinedList"/>
    <dgm:cxn modelId="{3B591538-DA54-8248-B12B-815F4E333195}" type="presParOf" srcId="{8CE6AD31-B2F5-0A45-B0CD-AEF5EEEC5F79}" destId="{9A970F39-4792-7E41-8CA5-1ACDE879B34A}" srcOrd="5" destOrd="0" presId="urn:microsoft.com/office/officeart/2008/layout/LinedList"/>
    <dgm:cxn modelId="{19DD2052-CE87-8641-BD69-1DA9A6C7FC9E}" type="presParOf" srcId="{9A970F39-4792-7E41-8CA5-1ACDE879B34A}" destId="{01A71C65-1976-3649-8A82-00400063B78E}" srcOrd="0" destOrd="0" presId="urn:microsoft.com/office/officeart/2008/layout/LinedList"/>
    <dgm:cxn modelId="{6682E5C4-162E-DF4F-961B-15BCE65C987C}" type="presParOf" srcId="{9A970F39-4792-7E41-8CA5-1ACDE879B34A}" destId="{621AA82F-EB7F-B544-ACAD-EA1B9D0035BE}" srcOrd="1" destOrd="0" presId="urn:microsoft.com/office/officeart/2008/layout/LinedList"/>
    <dgm:cxn modelId="{792FF5BD-A7B3-5744-B59B-34B5FFEA84C2}" type="presParOf" srcId="{621AA82F-EB7F-B544-ACAD-EA1B9D0035BE}" destId="{4F102CBE-96EF-8944-9B7F-F9D46BE9BA4E}" srcOrd="0" destOrd="0" presId="urn:microsoft.com/office/officeart/2008/layout/LinedList"/>
    <dgm:cxn modelId="{AA163849-453B-B64E-9BEF-0D3A1BA1543F}" type="presParOf" srcId="{621AA82F-EB7F-B544-ACAD-EA1B9D0035BE}" destId="{35C06006-0AD4-2B41-B39B-803F14A991CA}" srcOrd="1" destOrd="0" presId="urn:microsoft.com/office/officeart/2008/layout/LinedList"/>
    <dgm:cxn modelId="{353C86B3-5FA1-9847-A5B3-3BC16C0A35E9}" type="presParOf" srcId="{35C06006-0AD4-2B41-B39B-803F14A991CA}" destId="{AD053F7E-8BFD-1E49-A3B2-8AFECED7FCEC}" srcOrd="0" destOrd="0" presId="urn:microsoft.com/office/officeart/2008/layout/LinedList"/>
    <dgm:cxn modelId="{DDF96D4D-DF91-5F43-9BA4-761906A92037}" type="presParOf" srcId="{35C06006-0AD4-2B41-B39B-803F14A991CA}" destId="{CC8FE481-CC59-3D4D-A179-A17536BB5313}" srcOrd="1" destOrd="0" presId="urn:microsoft.com/office/officeart/2008/layout/LinedList"/>
    <dgm:cxn modelId="{F7A0FFC0-2409-194A-ADE0-EB3CC80B12FC}" type="presParOf" srcId="{35C06006-0AD4-2B41-B39B-803F14A991CA}" destId="{5A812A11-6D76-774D-8276-B1972DA7CD8E}" srcOrd="2" destOrd="0" presId="urn:microsoft.com/office/officeart/2008/layout/LinedList"/>
    <dgm:cxn modelId="{65115672-F429-584A-9B7D-36FDDCBDF9D8}" type="presParOf" srcId="{621AA82F-EB7F-B544-ACAD-EA1B9D0035BE}" destId="{8811B3DE-142E-7349-9D45-7943FADC5059}" srcOrd="2" destOrd="0" presId="urn:microsoft.com/office/officeart/2008/layout/LinedList"/>
    <dgm:cxn modelId="{28677C0B-0AF0-694F-859B-F09E3498CC9F}" type="presParOf" srcId="{621AA82F-EB7F-B544-ACAD-EA1B9D0035BE}" destId="{3250D24F-4DC8-A046-BEF8-941705A7F07E}" srcOrd="3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94A477-3197-E441-BBD2-D74F0FCEFF32}" type="doc">
      <dgm:prSet loTypeId="urn:microsoft.com/office/officeart/2008/layout/LinedList" loCatId="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4736B63C-C1E3-1942-A00B-729809F21DE3}">
      <dgm:prSet custT="1"/>
      <dgm:spPr/>
      <dgm:t>
        <a:bodyPr anchor="ctr"/>
        <a:lstStyle/>
        <a:p>
          <a:r>
            <a:rPr lang="en-GB" sz="1800" b="1" i="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  <a:endParaRPr lang="en-FR" sz="1900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9EE07B7-0451-0743-BE9F-A2C809D75E7D}" type="parTrans" cxnId="{FE8F0990-1EF5-1C46-BDC4-17D1A552C90F}">
      <dgm:prSet/>
      <dgm:spPr/>
      <dgm:t>
        <a:bodyPr/>
        <a:lstStyle/>
        <a:p>
          <a:endParaRPr lang="en-GB"/>
        </a:p>
      </dgm:t>
    </dgm:pt>
    <dgm:pt modelId="{5F627DC3-364D-BE41-A894-6DE678F5D654}" type="sibTrans" cxnId="{FE8F0990-1EF5-1C46-BDC4-17D1A552C90F}">
      <dgm:prSet/>
      <dgm:spPr/>
      <dgm:t>
        <a:bodyPr/>
        <a:lstStyle/>
        <a:p>
          <a:endParaRPr lang="en-GB"/>
        </a:p>
      </dgm:t>
    </dgm:pt>
    <dgm:pt modelId="{5C9BDD47-9610-2747-BA46-10F2FFF3C4FA}">
      <dgm:prSet custT="1"/>
      <dgm:spPr/>
      <dgm:t>
        <a:bodyPr anchor="ctr"/>
        <a:lstStyle/>
        <a:p>
          <a:r>
            <a:rPr lang="en-GB" sz="1800" b="1" i="0" dirty="0">
              <a:latin typeface="Arial" panose="020B0604020202020204" pitchFamily="34" charset="0"/>
              <a:cs typeface="Arial" panose="020B0604020202020204" pitchFamily="34" charset="0"/>
            </a:rPr>
            <a:t>Observability</a:t>
          </a:r>
          <a:endParaRPr lang="en-FR" sz="1900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E2A70F4-E7C3-1042-B7CE-1A08075B52F5}" type="parTrans" cxnId="{F0190DA9-2442-F845-AAB6-91E81ABE7C63}">
      <dgm:prSet/>
      <dgm:spPr/>
      <dgm:t>
        <a:bodyPr/>
        <a:lstStyle/>
        <a:p>
          <a:endParaRPr lang="en-GB"/>
        </a:p>
      </dgm:t>
    </dgm:pt>
    <dgm:pt modelId="{1BB3D75B-E2CF-BA41-94B2-1D29A62E5A62}" type="sibTrans" cxnId="{F0190DA9-2442-F845-AAB6-91E81ABE7C63}">
      <dgm:prSet/>
      <dgm:spPr/>
      <dgm:t>
        <a:bodyPr/>
        <a:lstStyle/>
        <a:p>
          <a:endParaRPr lang="en-GB"/>
        </a:p>
      </dgm:t>
    </dgm:pt>
    <dgm:pt modelId="{989B3044-F897-EB4A-A833-06ADA86D05AF}">
      <dgm:prSet custT="1"/>
      <dgm:spPr/>
      <dgm:t>
        <a:bodyPr anchor="ctr"/>
        <a:lstStyle/>
        <a:p>
          <a:r>
            <a:rPr lang="en-GB" sz="1700" b="1" i="0" dirty="0" err="1">
              <a:latin typeface="Arial" panose="020B0604020202020204" pitchFamily="34" charset="0"/>
              <a:cs typeface="Arial" panose="020B0604020202020204" pitchFamily="34" charset="0"/>
            </a:rPr>
            <a:t>CrewAI</a:t>
          </a:r>
          <a:r>
            <a:rPr lang="en-GB" sz="1700" b="0" i="0" dirty="0">
              <a:latin typeface="Arial" panose="020B0604020202020204" pitchFamily="34" charset="0"/>
              <a:cs typeface="Arial" panose="020B0604020202020204" pitchFamily="34" charset="0"/>
            </a:rPr>
            <a:t> for </a:t>
          </a:r>
          <a:r>
            <a:rPr lang="en-GB" sz="1700" b="1" i="0" dirty="0">
              <a:latin typeface="Arial" panose="020B0604020202020204" pitchFamily="34" charset="0"/>
              <a:cs typeface="Arial" panose="020B0604020202020204" pitchFamily="34" charset="0"/>
            </a:rPr>
            <a:t>agent</a:t>
          </a:r>
          <a:r>
            <a:rPr lang="en-GB" sz="1700" b="0" i="0" dirty="0">
              <a:latin typeface="Arial" panose="020B0604020202020204" pitchFamily="34" charset="0"/>
              <a:cs typeface="Arial" panose="020B0604020202020204" pitchFamily="34" charset="0"/>
            </a:rPr>
            <a:t> implementation</a:t>
          </a:r>
          <a:endParaRPr lang="en-FR" sz="17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FED04C9-3961-C843-BA0C-DAF579D9FE15}" type="parTrans" cxnId="{2FEF4DCB-57A8-0043-8F38-75998DB6CF03}">
      <dgm:prSet/>
      <dgm:spPr/>
      <dgm:t>
        <a:bodyPr/>
        <a:lstStyle/>
        <a:p>
          <a:endParaRPr lang="en-GB" sz="4000"/>
        </a:p>
      </dgm:t>
    </dgm:pt>
    <dgm:pt modelId="{10528B8A-5EA2-0945-84C2-A6E5402E6DB8}" type="sibTrans" cxnId="{2FEF4DCB-57A8-0043-8F38-75998DB6CF03}">
      <dgm:prSet/>
      <dgm:spPr/>
      <dgm:t>
        <a:bodyPr/>
        <a:lstStyle/>
        <a:p>
          <a:endParaRPr lang="en-GB"/>
        </a:p>
      </dgm:t>
    </dgm:pt>
    <dgm:pt modelId="{AABFC3E8-6794-7048-A24E-95EF951A6914}">
      <dgm:prSet custT="1"/>
      <dgm:spPr/>
      <dgm:t>
        <a:bodyPr anchor="ctr"/>
        <a:lstStyle/>
        <a:p>
          <a:r>
            <a:rPr lang="en-GB" sz="1700" b="1" i="0" dirty="0">
              <a:latin typeface="Arial" panose="020B0604020202020204" pitchFamily="34" charset="0"/>
              <a:cs typeface="Arial" panose="020B0604020202020204" pitchFamily="34" charset="0"/>
            </a:rPr>
            <a:t>FastAPI</a:t>
          </a:r>
          <a:r>
            <a:rPr lang="en-GB" sz="1700" b="0" i="0" dirty="0">
              <a:latin typeface="Arial" panose="020B0604020202020204" pitchFamily="34" charset="0"/>
              <a:cs typeface="Arial" panose="020B0604020202020204" pitchFamily="34" charset="0"/>
            </a:rPr>
            <a:t>  for the async server runtime.</a:t>
          </a:r>
        </a:p>
      </dgm:t>
    </dgm:pt>
    <dgm:pt modelId="{DA087ED1-D6A0-4D42-A573-964B8A57061F}" type="parTrans" cxnId="{93A1BCC2-8157-1640-A90C-9D1BBA19B0B5}">
      <dgm:prSet/>
      <dgm:spPr/>
      <dgm:t>
        <a:bodyPr/>
        <a:lstStyle/>
        <a:p>
          <a:endParaRPr lang="en-GB" sz="4000"/>
        </a:p>
      </dgm:t>
    </dgm:pt>
    <dgm:pt modelId="{3A1305BE-F3D0-074D-A8A4-91C599E05A59}" type="sibTrans" cxnId="{93A1BCC2-8157-1640-A90C-9D1BBA19B0B5}">
      <dgm:prSet/>
      <dgm:spPr/>
      <dgm:t>
        <a:bodyPr/>
        <a:lstStyle/>
        <a:p>
          <a:endParaRPr lang="en-GB"/>
        </a:p>
      </dgm:t>
    </dgm:pt>
    <dgm:pt modelId="{A73E7EF7-94C2-B84F-9DC8-4FBF2788C989}">
      <dgm:prSet custT="1"/>
      <dgm:spPr/>
      <dgm:t>
        <a:bodyPr anchor="ctr"/>
        <a:lstStyle/>
        <a:p>
          <a:r>
            <a:rPr lang="en-GB" sz="1700" b="1" i="0" dirty="0" err="1">
              <a:latin typeface="Arial" panose="020B0604020202020204" pitchFamily="34" charset="0"/>
              <a:cs typeface="Arial" panose="020B0604020202020204" pitchFamily="34" charset="0"/>
            </a:rPr>
            <a:t>LangGraph</a:t>
          </a:r>
          <a:r>
            <a:rPr lang="en-GB" sz="1700" b="1" i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GB" sz="1700" b="0" i="0" dirty="0">
              <a:latin typeface="Arial" panose="020B0604020202020204" pitchFamily="34" charset="0"/>
              <a:cs typeface="Arial" panose="020B0604020202020204" pitchFamily="34" charset="0"/>
            </a:rPr>
            <a:t>for </a:t>
          </a:r>
          <a:r>
            <a:rPr lang="en-GB" sz="1700" b="1" i="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r>
            <a:rPr lang="en-GB" sz="1700" b="0" i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GB" sz="1700" b="1" i="0" dirty="0">
              <a:latin typeface="Arial" panose="020B0604020202020204" pitchFamily="34" charset="0"/>
              <a:cs typeface="Arial" panose="020B0604020202020204" pitchFamily="34" charset="0"/>
            </a:rPr>
            <a:t>orchestration, </a:t>
          </a:r>
          <a:r>
            <a:rPr lang="en-GB" sz="1700" b="1" i="0" dirty="0" err="1">
              <a:latin typeface="Arial" panose="020B0604020202020204" pitchFamily="34" charset="0"/>
              <a:cs typeface="Arial" panose="020B0604020202020204" pitchFamily="34" charset="0"/>
            </a:rPr>
            <a:t>LangChain</a:t>
          </a:r>
          <a:r>
            <a:rPr lang="en-GB" sz="1700" b="1" i="0" dirty="0">
              <a:latin typeface="Arial" panose="020B0604020202020204" pitchFamily="34" charset="0"/>
              <a:cs typeface="Arial" panose="020B0604020202020204" pitchFamily="34" charset="0"/>
            </a:rPr>
            <a:t> for native tools</a:t>
          </a:r>
          <a:endParaRPr lang="en-FR" sz="1700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2EC9641-E021-784D-A857-B615E55AF8C0}" type="parTrans" cxnId="{1FDE152B-82DF-0D4B-8337-22B6B4BD90AF}">
      <dgm:prSet/>
      <dgm:spPr/>
      <dgm:t>
        <a:bodyPr/>
        <a:lstStyle/>
        <a:p>
          <a:endParaRPr lang="en-GB" sz="4000"/>
        </a:p>
      </dgm:t>
    </dgm:pt>
    <dgm:pt modelId="{64F49D8F-6411-104A-9C23-6C9FB7745CC3}" type="sibTrans" cxnId="{1FDE152B-82DF-0D4B-8337-22B6B4BD90AF}">
      <dgm:prSet/>
      <dgm:spPr/>
      <dgm:t>
        <a:bodyPr/>
        <a:lstStyle/>
        <a:p>
          <a:endParaRPr lang="en-GB"/>
        </a:p>
      </dgm:t>
    </dgm:pt>
    <dgm:pt modelId="{33A9387D-985C-6649-8C96-DC8FA3C44299}">
      <dgm:prSet custT="1"/>
      <dgm:spPr/>
      <dgm:t>
        <a:bodyPr anchor="ctr"/>
        <a:lstStyle/>
        <a:p>
          <a:r>
            <a:rPr lang="en-GB" sz="1700" b="1" i="0" dirty="0" err="1">
              <a:latin typeface="Arial" panose="020B0604020202020204" pitchFamily="34" charset="0"/>
              <a:cs typeface="Arial" panose="020B0604020202020204" pitchFamily="34" charset="0"/>
            </a:rPr>
            <a:t>LangGraph</a:t>
          </a:r>
          <a:r>
            <a:rPr lang="en-GB" sz="1700" b="1" i="0" dirty="0">
              <a:latin typeface="Arial" panose="020B0604020202020204" pitchFamily="34" charset="0"/>
              <a:cs typeface="Arial" panose="020B0604020202020204" pitchFamily="34" charset="0"/>
            </a:rPr>
            <a:t> Monitoring</a:t>
          </a:r>
          <a:r>
            <a:rPr lang="en-GB" sz="1700" b="0" i="0" dirty="0">
              <a:latin typeface="Arial" panose="020B0604020202020204" pitchFamily="34" charset="0"/>
              <a:cs typeface="Arial" panose="020B0604020202020204" pitchFamily="34" charset="0"/>
            </a:rPr>
            <a:t> traces every </a:t>
          </a:r>
          <a:r>
            <a:rPr lang="en-GB" sz="1700" b="1" i="0" dirty="0">
              <a:latin typeface="Arial" panose="020B0604020202020204" pitchFamily="34" charset="0"/>
              <a:cs typeface="Arial" panose="020B0604020202020204" pitchFamily="34" charset="0"/>
            </a:rPr>
            <a:t>graph node state </a:t>
          </a:r>
          <a:r>
            <a:rPr lang="en-GB" sz="1700" b="0" i="0" dirty="0">
              <a:latin typeface="Arial" panose="020B0604020202020204" pitchFamily="34" charset="0"/>
              <a:cs typeface="Arial" panose="020B0604020202020204" pitchFamily="34" charset="0"/>
            </a:rPr>
            <a:t>transition, exported to </a:t>
          </a:r>
          <a:r>
            <a:rPr lang="en-GB" sz="1700" b="1" i="0" dirty="0">
              <a:latin typeface="Arial" panose="020B0604020202020204" pitchFamily="34" charset="0"/>
              <a:cs typeface="Arial" panose="020B0604020202020204" pitchFamily="34" charset="0"/>
            </a:rPr>
            <a:t>Cloud Logging </a:t>
          </a:r>
          <a:r>
            <a:rPr lang="en-GB" sz="1700" b="0" i="0" dirty="0">
              <a:latin typeface="Arial" panose="020B0604020202020204" pitchFamily="34" charset="0"/>
              <a:cs typeface="Arial" panose="020B0604020202020204" pitchFamily="34" charset="0"/>
            </a:rPr>
            <a:t>and Cloud Trace(Grafana) for production monitoring.</a:t>
          </a:r>
          <a:endParaRPr lang="en-FR" sz="17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69F3D6A-C734-1847-BA52-F801EEA68623}" type="parTrans" cxnId="{1724DD85-0A9C-2A47-8037-0EC29F1C3917}">
      <dgm:prSet/>
      <dgm:spPr/>
      <dgm:t>
        <a:bodyPr/>
        <a:lstStyle/>
        <a:p>
          <a:endParaRPr lang="en-GB" sz="4000"/>
        </a:p>
      </dgm:t>
    </dgm:pt>
    <dgm:pt modelId="{E59E09A9-C76C-5543-B75B-FD7F2CBD17CD}" type="sibTrans" cxnId="{1724DD85-0A9C-2A47-8037-0EC29F1C3917}">
      <dgm:prSet/>
      <dgm:spPr/>
      <dgm:t>
        <a:bodyPr/>
        <a:lstStyle/>
        <a:p>
          <a:endParaRPr lang="en-GB"/>
        </a:p>
      </dgm:t>
    </dgm:pt>
    <dgm:pt modelId="{7FAFEFF7-3077-A441-B28D-F613062E4351}">
      <dgm:prSet custT="1"/>
      <dgm:spPr/>
      <dgm:t>
        <a:bodyPr anchor="ctr"/>
        <a:lstStyle/>
        <a:p>
          <a:pPr marL="0" lvl="0" indent="0" algn="l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b="1" i="0" kern="1200">
              <a:latin typeface="Arial" panose="020B0604020202020204" pitchFamily="34" charset="0"/>
              <a:ea typeface="+mn-ea"/>
              <a:cs typeface="Arial" panose="020B0604020202020204" pitchFamily="34" charset="0"/>
            </a:rPr>
            <a:t>Terraform: Infrastructure as a Service</a:t>
          </a:r>
          <a:endParaRPr lang="en-GB" sz="1700" b="1" i="0" kern="1200" dirty="0">
            <a:latin typeface="Arial" panose="020B0604020202020204" pitchFamily="34" charset="0"/>
            <a:ea typeface="+mn-ea"/>
            <a:cs typeface="Arial" panose="020B0604020202020204" pitchFamily="34" charset="0"/>
          </a:endParaRPr>
        </a:p>
      </dgm:t>
    </dgm:pt>
    <dgm:pt modelId="{7D376117-9950-574F-A5EA-1241B11A20B5}" type="parTrans" cxnId="{68CDB8DA-7EF0-9C48-AA68-147A7886C716}">
      <dgm:prSet/>
      <dgm:spPr/>
      <dgm:t>
        <a:bodyPr/>
        <a:lstStyle/>
        <a:p>
          <a:endParaRPr lang="en-GB"/>
        </a:p>
      </dgm:t>
    </dgm:pt>
    <dgm:pt modelId="{D13412FB-7D2A-A744-89B8-1C6AC21BAEE3}" type="sibTrans" cxnId="{68CDB8DA-7EF0-9C48-AA68-147A7886C716}">
      <dgm:prSet/>
      <dgm:spPr/>
      <dgm:t>
        <a:bodyPr/>
        <a:lstStyle/>
        <a:p>
          <a:endParaRPr lang="en-GB"/>
        </a:p>
      </dgm:t>
    </dgm:pt>
    <dgm:pt modelId="{2C7BBC92-9F12-024F-9E5C-1AF62B8A45DB}">
      <dgm:prSet custT="1"/>
      <dgm:spPr/>
      <dgm:t>
        <a:bodyPr anchor="ctr"/>
        <a:lstStyle/>
        <a:p>
          <a:r>
            <a:rPr lang="en-GB" sz="1800" b="1" i="0" dirty="0">
              <a:latin typeface="Arial" panose="020B0604020202020204" pitchFamily="34" charset="0"/>
              <a:cs typeface="Arial" panose="020B0604020202020204" pitchFamily="34" charset="0"/>
            </a:rPr>
            <a:t>Governance</a:t>
          </a:r>
          <a:endParaRPr lang="en-GB" sz="19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45C0953-30F0-E544-9110-3DF96B1A8A8D}" type="parTrans" cxnId="{F41892BF-F9D8-B54C-838C-2B0544A13F67}">
      <dgm:prSet/>
      <dgm:spPr/>
      <dgm:t>
        <a:bodyPr/>
        <a:lstStyle/>
        <a:p>
          <a:endParaRPr lang="en-GB"/>
        </a:p>
      </dgm:t>
    </dgm:pt>
    <dgm:pt modelId="{D4EEF888-7568-5541-BAD0-A0A1DAC253ED}" type="sibTrans" cxnId="{F41892BF-F9D8-B54C-838C-2B0544A13F67}">
      <dgm:prSet/>
      <dgm:spPr/>
      <dgm:t>
        <a:bodyPr/>
        <a:lstStyle/>
        <a:p>
          <a:endParaRPr lang="en-GB"/>
        </a:p>
      </dgm:t>
    </dgm:pt>
    <dgm:pt modelId="{126824ED-A138-9E4B-961B-6ECF43723E44}">
      <dgm:prSet/>
      <dgm:spPr/>
      <dgm:t>
        <a:bodyPr anchor="ctr"/>
        <a:lstStyle/>
        <a:p>
          <a:r>
            <a:rPr lang="en-GB" b="1" i="0" dirty="0">
              <a:latin typeface="Arial" panose="020B0604020202020204" pitchFamily="34" charset="0"/>
              <a:cs typeface="Arial" panose="020B0604020202020204" pitchFamily="34" charset="0"/>
            </a:rPr>
            <a:t>Sensitive Data Protection: </a:t>
          </a:r>
          <a:r>
            <a:rPr lang="en-GB" b="0" i="0" dirty="0">
              <a:latin typeface="Arial" panose="020B0604020202020204" pitchFamily="34" charset="0"/>
              <a:cs typeface="Arial" panose="020B0604020202020204" pitchFamily="34" charset="0"/>
            </a:rPr>
            <a:t>(GCP managed service) for PII redaction at ingress</a:t>
          </a:r>
          <a:endParaRPr lang="en-FR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142D89-81DD-7F41-AE0F-6DA04FB3F74B}" type="parTrans" cxnId="{E2E6CC16-56BB-D943-80E1-4DC9C4B7DFD3}">
      <dgm:prSet/>
      <dgm:spPr/>
      <dgm:t>
        <a:bodyPr/>
        <a:lstStyle/>
        <a:p>
          <a:endParaRPr lang="en-GB"/>
        </a:p>
      </dgm:t>
    </dgm:pt>
    <dgm:pt modelId="{95D2B4B9-0C2A-964F-ABDC-23FFFBBC90CB}" type="sibTrans" cxnId="{E2E6CC16-56BB-D943-80E1-4DC9C4B7DFD3}">
      <dgm:prSet/>
      <dgm:spPr/>
      <dgm:t>
        <a:bodyPr/>
        <a:lstStyle/>
        <a:p>
          <a:endParaRPr lang="en-GB"/>
        </a:p>
      </dgm:t>
    </dgm:pt>
    <dgm:pt modelId="{28B79C78-A35C-F645-B10C-EEB923593683}">
      <dgm:prSet/>
      <dgm:spPr/>
      <dgm:t>
        <a:bodyPr anchor="ctr"/>
        <a:lstStyle/>
        <a:p>
          <a:r>
            <a:rPr lang="en-GB" b="1" i="0" dirty="0">
              <a:latin typeface="Arial" panose="020B0604020202020204" pitchFamily="34" charset="0"/>
              <a:cs typeface="Arial" panose="020B0604020202020204" pitchFamily="34" charset="0"/>
            </a:rPr>
            <a:t>Interrupt-based approval flow for high-risk actions </a:t>
          </a:r>
          <a:r>
            <a:rPr lang="en-GB" b="0" i="0" dirty="0">
              <a:latin typeface="Arial" panose="020B0604020202020204" pitchFamily="34" charset="0"/>
              <a:cs typeface="Arial" panose="020B0604020202020204" pitchFamily="34" charset="0"/>
            </a:rPr>
            <a:t>(Human-in-Loop validated via IAP identity). </a:t>
          </a:r>
          <a:endParaRPr lang="en-GB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9CCB1E2-EB18-3748-B1F0-4D1AE42DBC7A}" type="parTrans" cxnId="{1F6E9CC9-2110-B346-8EBA-481CA096CC4A}">
      <dgm:prSet/>
      <dgm:spPr/>
      <dgm:t>
        <a:bodyPr/>
        <a:lstStyle/>
        <a:p>
          <a:endParaRPr lang="en-GB"/>
        </a:p>
      </dgm:t>
    </dgm:pt>
    <dgm:pt modelId="{4B6BDDBD-F55D-BC46-B56D-92DAD256951A}" type="sibTrans" cxnId="{1F6E9CC9-2110-B346-8EBA-481CA096CC4A}">
      <dgm:prSet/>
      <dgm:spPr/>
      <dgm:t>
        <a:bodyPr/>
        <a:lstStyle/>
        <a:p>
          <a:endParaRPr lang="en-GB"/>
        </a:p>
      </dgm:t>
    </dgm:pt>
    <dgm:pt modelId="{452D581B-37FD-1D4A-BDE1-17CF3EA2A63E}">
      <dgm:prSet custT="1"/>
      <dgm:spPr/>
      <dgm:t>
        <a:bodyPr/>
        <a:lstStyle/>
        <a:p>
          <a:pPr rtl="0"/>
          <a:r>
            <a:rPr lang="en-GB" sz="1700" b="1" i="0" kern="1200">
              <a:latin typeface="Arial" panose="020B0604020202020204" pitchFamily="34" charset="0"/>
              <a:ea typeface="+mn-ea"/>
              <a:cs typeface="Arial" panose="020B0604020202020204" pitchFamily="34" charset="0"/>
            </a:rPr>
            <a:t>FastMCP for MCP server/client</a:t>
          </a:r>
          <a:endParaRPr lang="en-GB" sz="1700" b="1" i="0" kern="1200" dirty="0">
            <a:latin typeface="Arial" panose="020B0604020202020204" pitchFamily="34" charset="0"/>
            <a:ea typeface="+mn-ea"/>
            <a:cs typeface="Arial" panose="020B0604020202020204" pitchFamily="34" charset="0"/>
          </a:endParaRPr>
        </a:p>
      </dgm:t>
    </dgm:pt>
    <dgm:pt modelId="{3F8A2E15-C106-384B-AEC4-4BB54EC2E886}" type="parTrans" cxnId="{8494F08C-88AB-0043-98F2-040D77DC00ED}">
      <dgm:prSet/>
      <dgm:spPr/>
      <dgm:t>
        <a:bodyPr/>
        <a:lstStyle/>
        <a:p>
          <a:endParaRPr lang="en-GB"/>
        </a:p>
      </dgm:t>
    </dgm:pt>
    <dgm:pt modelId="{455F4F13-C506-7241-B87E-8A14E105A249}" type="sibTrans" cxnId="{8494F08C-88AB-0043-98F2-040D77DC00ED}">
      <dgm:prSet/>
      <dgm:spPr/>
      <dgm:t>
        <a:bodyPr/>
        <a:lstStyle/>
        <a:p>
          <a:endParaRPr lang="en-GB"/>
        </a:p>
      </dgm:t>
    </dgm:pt>
    <dgm:pt modelId="{254D7064-797C-9B43-BA84-45E516971611}" type="pres">
      <dgm:prSet presAssocID="{8794A477-3197-E441-BBD2-D74F0FCEFF32}" presName="vert0" presStyleCnt="0">
        <dgm:presLayoutVars>
          <dgm:dir/>
          <dgm:animOne val="branch"/>
          <dgm:animLvl val="lvl"/>
        </dgm:presLayoutVars>
      </dgm:prSet>
      <dgm:spPr/>
    </dgm:pt>
    <dgm:pt modelId="{5A19B753-F6E0-494E-BAD6-C83C07E1FCB2}" type="pres">
      <dgm:prSet presAssocID="{4736B63C-C1E3-1942-A00B-729809F21DE3}" presName="thickLine" presStyleLbl="alignNode1" presStyleIdx="0" presStyleCnt="3"/>
      <dgm:spPr/>
    </dgm:pt>
    <dgm:pt modelId="{78A7C0B1-3EA2-DC46-A7A2-03BB534184C4}" type="pres">
      <dgm:prSet presAssocID="{4736B63C-C1E3-1942-A00B-729809F21DE3}" presName="horz1" presStyleCnt="0"/>
      <dgm:spPr/>
    </dgm:pt>
    <dgm:pt modelId="{FC4EBAAD-DE31-8049-A136-B99060429BC5}" type="pres">
      <dgm:prSet presAssocID="{4736B63C-C1E3-1942-A00B-729809F21DE3}" presName="tx1" presStyleLbl="revTx" presStyleIdx="0" presStyleCnt="11"/>
      <dgm:spPr/>
    </dgm:pt>
    <dgm:pt modelId="{6267CB5B-C469-EB45-8EC4-E20525CAD0A9}" type="pres">
      <dgm:prSet presAssocID="{4736B63C-C1E3-1942-A00B-729809F21DE3}" presName="vert1" presStyleCnt="0"/>
      <dgm:spPr/>
    </dgm:pt>
    <dgm:pt modelId="{FC222B32-3C78-574B-9BE4-0418A9C73F70}" type="pres">
      <dgm:prSet presAssocID="{A73E7EF7-94C2-B84F-9DC8-4FBF2788C989}" presName="vertSpace2a" presStyleCnt="0"/>
      <dgm:spPr/>
    </dgm:pt>
    <dgm:pt modelId="{FAA904E7-2E22-BA48-99C6-511A2D0BA3E3}" type="pres">
      <dgm:prSet presAssocID="{A73E7EF7-94C2-B84F-9DC8-4FBF2788C989}" presName="horz2" presStyleCnt="0"/>
      <dgm:spPr/>
    </dgm:pt>
    <dgm:pt modelId="{1D2EB743-6345-E34D-B317-15D37A1BA780}" type="pres">
      <dgm:prSet presAssocID="{A73E7EF7-94C2-B84F-9DC8-4FBF2788C989}" presName="horzSpace2" presStyleCnt="0"/>
      <dgm:spPr/>
    </dgm:pt>
    <dgm:pt modelId="{8C3173ED-311C-E145-BCF9-C622F4E7ECEA}" type="pres">
      <dgm:prSet presAssocID="{A73E7EF7-94C2-B84F-9DC8-4FBF2788C989}" presName="tx2" presStyleLbl="revTx" presStyleIdx="1" presStyleCnt="11"/>
      <dgm:spPr/>
    </dgm:pt>
    <dgm:pt modelId="{EC46A138-1F89-364F-8967-00C5A88D5B78}" type="pres">
      <dgm:prSet presAssocID="{A73E7EF7-94C2-B84F-9DC8-4FBF2788C989}" presName="vert2" presStyleCnt="0"/>
      <dgm:spPr/>
    </dgm:pt>
    <dgm:pt modelId="{9D425CB1-71A5-3E48-BF05-4E867AAF5334}" type="pres">
      <dgm:prSet presAssocID="{A73E7EF7-94C2-B84F-9DC8-4FBF2788C989}" presName="thinLine2b" presStyleLbl="callout" presStyleIdx="0" presStyleCnt="8"/>
      <dgm:spPr/>
    </dgm:pt>
    <dgm:pt modelId="{9DAF1AAA-9811-F34D-88B4-05B54327F1CA}" type="pres">
      <dgm:prSet presAssocID="{A73E7EF7-94C2-B84F-9DC8-4FBF2788C989}" presName="vertSpace2b" presStyleCnt="0"/>
      <dgm:spPr/>
    </dgm:pt>
    <dgm:pt modelId="{837C8E11-08B5-554E-BEDB-2B709CE651F0}" type="pres">
      <dgm:prSet presAssocID="{989B3044-F897-EB4A-A833-06ADA86D05AF}" presName="horz2" presStyleCnt="0"/>
      <dgm:spPr/>
    </dgm:pt>
    <dgm:pt modelId="{30F8D0D2-21AE-654A-A9B4-CE23BCCBC60D}" type="pres">
      <dgm:prSet presAssocID="{989B3044-F897-EB4A-A833-06ADA86D05AF}" presName="horzSpace2" presStyleCnt="0"/>
      <dgm:spPr/>
    </dgm:pt>
    <dgm:pt modelId="{A5A9F8C7-A414-8540-B01C-22B23AFDCC4D}" type="pres">
      <dgm:prSet presAssocID="{989B3044-F897-EB4A-A833-06ADA86D05AF}" presName="tx2" presStyleLbl="revTx" presStyleIdx="2" presStyleCnt="11"/>
      <dgm:spPr/>
    </dgm:pt>
    <dgm:pt modelId="{A689A196-AD14-E847-BDD2-B32121851402}" type="pres">
      <dgm:prSet presAssocID="{989B3044-F897-EB4A-A833-06ADA86D05AF}" presName="vert2" presStyleCnt="0"/>
      <dgm:spPr/>
    </dgm:pt>
    <dgm:pt modelId="{999162E4-42E7-8C4D-B814-E1B3159AFA16}" type="pres">
      <dgm:prSet presAssocID="{989B3044-F897-EB4A-A833-06ADA86D05AF}" presName="thinLine2b" presStyleLbl="callout" presStyleIdx="1" presStyleCnt="8"/>
      <dgm:spPr/>
    </dgm:pt>
    <dgm:pt modelId="{DA500FC2-C68A-DB49-A57C-0F285FE87BF5}" type="pres">
      <dgm:prSet presAssocID="{989B3044-F897-EB4A-A833-06ADA86D05AF}" presName="vertSpace2b" presStyleCnt="0"/>
      <dgm:spPr/>
    </dgm:pt>
    <dgm:pt modelId="{D159A20D-C61C-EE47-9B5C-A3E880B6CF43}" type="pres">
      <dgm:prSet presAssocID="{AABFC3E8-6794-7048-A24E-95EF951A6914}" presName="horz2" presStyleCnt="0"/>
      <dgm:spPr/>
    </dgm:pt>
    <dgm:pt modelId="{422E528F-272A-EB40-91C5-26D78404657D}" type="pres">
      <dgm:prSet presAssocID="{AABFC3E8-6794-7048-A24E-95EF951A6914}" presName="horzSpace2" presStyleCnt="0"/>
      <dgm:spPr/>
    </dgm:pt>
    <dgm:pt modelId="{5AB9E01C-4E39-A143-A9E1-4E7724993BE3}" type="pres">
      <dgm:prSet presAssocID="{AABFC3E8-6794-7048-A24E-95EF951A6914}" presName="tx2" presStyleLbl="revTx" presStyleIdx="3" presStyleCnt="11"/>
      <dgm:spPr/>
    </dgm:pt>
    <dgm:pt modelId="{E106A2A2-330B-D24A-97F9-18C7D2C077CB}" type="pres">
      <dgm:prSet presAssocID="{AABFC3E8-6794-7048-A24E-95EF951A6914}" presName="vert2" presStyleCnt="0"/>
      <dgm:spPr/>
    </dgm:pt>
    <dgm:pt modelId="{C31F433C-EE65-5946-BE7B-844803DC96B7}" type="pres">
      <dgm:prSet presAssocID="{AABFC3E8-6794-7048-A24E-95EF951A6914}" presName="thinLine2b" presStyleLbl="callout" presStyleIdx="2" presStyleCnt="8"/>
      <dgm:spPr/>
    </dgm:pt>
    <dgm:pt modelId="{577CF0A8-20F5-9640-9D4C-4B719B830017}" type="pres">
      <dgm:prSet presAssocID="{AABFC3E8-6794-7048-A24E-95EF951A6914}" presName="vertSpace2b" presStyleCnt="0"/>
      <dgm:spPr/>
    </dgm:pt>
    <dgm:pt modelId="{E4AE43B9-E1EC-B44B-B6E1-5037CBF50694}" type="pres">
      <dgm:prSet presAssocID="{452D581B-37FD-1D4A-BDE1-17CF3EA2A63E}" presName="horz2" presStyleCnt="0"/>
      <dgm:spPr/>
    </dgm:pt>
    <dgm:pt modelId="{1247BAD8-3E0C-3147-866C-CAD75A530995}" type="pres">
      <dgm:prSet presAssocID="{452D581B-37FD-1D4A-BDE1-17CF3EA2A63E}" presName="horzSpace2" presStyleCnt="0"/>
      <dgm:spPr/>
    </dgm:pt>
    <dgm:pt modelId="{ADB70C09-70AE-6846-B363-4529FB3B281D}" type="pres">
      <dgm:prSet presAssocID="{452D581B-37FD-1D4A-BDE1-17CF3EA2A63E}" presName="tx2" presStyleLbl="revTx" presStyleIdx="4" presStyleCnt="11"/>
      <dgm:spPr/>
    </dgm:pt>
    <dgm:pt modelId="{91318A26-EB9D-FD4E-985B-ECB7AE62294C}" type="pres">
      <dgm:prSet presAssocID="{452D581B-37FD-1D4A-BDE1-17CF3EA2A63E}" presName="vert2" presStyleCnt="0"/>
      <dgm:spPr/>
    </dgm:pt>
    <dgm:pt modelId="{61628B97-F417-914E-A735-24755D579BA4}" type="pres">
      <dgm:prSet presAssocID="{452D581B-37FD-1D4A-BDE1-17CF3EA2A63E}" presName="thinLine2b" presStyleLbl="callout" presStyleIdx="3" presStyleCnt="8"/>
      <dgm:spPr/>
    </dgm:pt>
    <dgm:pt modelId="{2877026A-8CAA-664F-B727-7DBC27525BAF}" type="pres">
      <dgm:prSet presAssocID="{452D581B-37FD-1D4A-BDE1-17CF3EA2A63E}" presName="vertSpace2b" presStyleCnt="0"/>
      <dgm:spPr/>
    </dgm:pt>
    <dgm:pt modelId="{CD031C4D-4139-A742-922E-028E367AC3A5}" type="pres">
      <dgm:prSet presAssocID="{7FAFEFF7-3077-A441-B28D-F613062E4351}" presName="horz2" presStyleCnt="0"/>
      <dgm:spPr/>
    </dgm:pt>
    <dgm:pt modelId="{C48BDABE-B156-A845-8A9F-D4B55A413F04}" type="pres">
      <dgm:prSet presAssocID="{7FAFEFF7-3077-A441-B28D-F613062E4351}" presName="horzSpace2" presStyleCnt="0"/>
      <dgm:spPr/>
    </dgm:pt>
    <dgm:pt modelId="{B2FE2E66-CDEE-6247-8919-CF0E48226A0A}" type="pres">
      <dgm:prSet presAssocID="{7FAFEFF7-3077-A441-B28D-F613062E4351}" presName="tx2" presStyleLbl="revTx" presStyleIdx="5" presStyleCnt="11"/>
      <dgm:spPr/>
    </dgm:pt>
    <dgm:pt modelId="{4CF083C8-0723-8A4C-B187-6EEE3AE52567}" type="pres">
      <dgm:prSet presAssocID="{7FAFEFF7-3077-A441-B28D-F613062E4351}" presName="vert2" presStyleCnt="0"/>
      <dgm:spPr/>
    </dgm:pt>
    <dgm:pt modelId="{DCA20C24-8F1B-BE4C-8B86-BFCD7ED3353A}" type="pres">
      <dgm:prSet presAssocID="{7FAFEFF7-3077-A441-B28D-F613062E4351}" presName="thinLine2b" presStyleLbl="callout" presStyleIdx="4" presStyleCnt="8"/>
      <dgm:spPr/>
    </dgm:pt>
    <dgm:pt modelId="{81CF06D2-64B7-434D-A8F0-D6DACF785416}" type="pres">
      <dgm:prSet presAssocID="{7FAFEFF7-3077-A441-B28D-F613062E4351}" presName="vertSpace2b" presStyleCnt="0"/>
      <dgm:spPr/>
    </dgm:pt>
    <dgm:pt modelId="{3061C708-74AE-4048-BECC-C76F1415F8A0}" type="pres">
      <dgm:prSet presAssocID="{5C9BDD47-9610-2747-BA46-10F2FFF3C4FA}" presName="thickLine" presStyleLbl="alignNode1" presStyleIdx="1" presStyleCnt="3"/>
      <dgm:spPr/>
    </dgm:pt>
    <dgm:pt modelId="{C954D95F-BC31-E24B-BDC7-8F22FE423E60}" type="pres">
      <dgm:prSet presAssocID="{5C9BDD47-9610-2747-BA46-10F2FFF3C4FA}" presName="horz1" presStyleCnt="0"/>
      <dgm:spPr/>
    </dgm:pt>
    <dgm:pt modelId="{BCEC96CD-4167-0C4D-86EA-D0586DD5B2C7}" type="pres">
      <dgm:prSet presAssocID="{5C9BDD47-9610-2747-BA46-10F2FFF3C4FA}" presName="tx1" presStyleLbl="revTx" presStyleIdx="6" presStyleCnt="11"/>
      <dgm:spPr/>
    </dgm:pt>
    <dgm:pt modelId="{FA285B63-E119-0A46-AA6F-A3DBC8D85723}" type="pres">
      <dgm:prSet presAssocID="{5C9BDD47-9610-2747-BA46-10F2FFF3C4FA}" presName="vert1" presStyleCnt="0"/>
      <dgm:spPr/>
    </dgm:pt>
    <dgm:pt modelId="{3B87272A-445A-7643-AFC7-FE7AD359ED28}" type="pres">
      <dgm:prSet presAssocID="{33A9387D-985C-6649-8C96-DC8FA3C44299}" presName="vertSpace2a" presStyleCnt="0"/>
      <dgm:spPr/>
    </dgm:pt>
    <dgm:pt modelId="{AACB4EAE-C4DF-E94C-A8C1-37AE1358240A}" type="pres">
      <dgm:prSet presAssocID="{33A9387D-985C-6649-8C96-DC8FA3C44299}" presName="horz2" presStyleCnt="0"/>
      <dgm:spPr/>
    </dgm:pt>
    <dgm:pt modelId="{987A2FD0-9B79-C146-87DF-5E709285FBAD}" type="pres">
      <dgm:prSet presAssocID="{33A9387D-985C-6649-8C96-DC8FA3C44299}" presName="horzSpace2" presStyleCnt="0"/>
      <dgm:spPr/>
    </dgm:pt>
    <dgm:pt modelId="{B2E3178C-1F53-154B-BA3A-B84A3B8E6722}" type="pres">
      <dgm:prSet presAssocID="{33A9387D-985C-6649-8C96-DC8FA3C44299}" presName="tx2" presStyleLbl="revTx" presStyleIdx="7" presStyleCnt="11"/>
      <dgm:spPr/>
    </dgm:pt>
    <dgm:pt modelId="{AC503992-CB4A-D74D-BF77-D8994244C7C8}" type="pres">
      <dgm:prSet presAssocID="{33A9387D-985C-6649-8C96-DC8FA3C44299}" presName="vert2" presStyleCnt="0"/>
      <dgm:spPr/>
    </dgm:pt>
    <dgm:pt modelId="{ACB88B4F-0941-6944-833A-3D527A1BBCE8}" type="pres">
      <dgm:prSet presAssocID="{33A9387D-985C-6649-8C96-DC8FA3C44299}" presName="thinLine2b" presStyleLbl="callout" presStyleIdx="5" presStyleCnt="8"/>
      <dgm:spPr/>
    </dgm:pt>
    <dgm:pt modelId="{1A77695B-0C84-C045-B04B-48BB988EBF42}" type="pres">
      <dgm:prSet presAssocID="{33A9387D-985C-6649-8C96-DC8FA3C44299}" presName="vertSpace2b" presStyleCnt="0"/>
      <dgm:spPr/>
    </dgm:pt>
    <dgm:pt modelId="{A498A043-8ADA-6C43-8236-5D6D89D93B3C}" type="pres">
      <dgm:prSet presAssocID="{2C7BBC92-9F12-024F-9E5C-1AF62B8A45DB}" presName="thickLine" presStyleLbl="alignNode1" presStyleIdx="2" presStyleCnt="3"/>
      <dgm:spPr/>
    </dgm:pt>
    <dgm:pt modelId="{E39BD683-8F7D-F948-8CC5-17C15BB7F81C}" type="pres">
      <dgm:prSet presAssocID="{2C7BBC92-9F12-024F-9E5C-1AF62B8A45DB}" presName="horz1" presStyleCnt="0"/>
      <dgm:spPr/>
    </dgm:pt>
    <dgm:pt modelId="{F7EA059E-91AC-6B4C-8686-FF015BEDA72F}" type="pres">
      <dgm:prSet presAssocID="{2C7BBC92-9F12-024F-9E5C-1AF62B8A45DB}" presName="tx1" presStyleLbl="revTx" presStyleIdx="8" presStyleCnt="11"/>
      <dgm:spPr/>
    </dgm:pt>
    <dgm:pt modelId="{AD17835B-ACC4-144E-AB76-B9A2A5EEA007}" type="pres">
      <dgm:prSet presAssocID="{2C7BBC92-9F12-024F-9E5C-1AF62B8A45DB}" presName="vert1" presStyleCnt="0"/>
      <dgm:spPr/>
    </dgm:pt>
    <dgm:pt modelId="{755A91E4-A406-2C40-AD67-D1EB5DBD351E}" type="pres">
      <dgm:prSet presAssocID="{126824ED-A138-9E4B-961B-6ECF43723E44}" presName="vertSpace2a" presStyleCnt="0"/>
      <dgm:spPr/>
    </dgm:pt>
    <dgm:pt modelId="{2B7417F3-CA12-554F-A9A6-0DE54A73966B}" type="pres">
      <dgm:prSet presAssocID="{126824ED-A138-9E4B-961B-6ECF43723E44}" presName="horz2" presStyleCnt="0"/>
      <dgm:spPr/>
    </dgm:pt>
    <dgm:pt modelId="{6755E752-3250-1148-88A7-7644C8338CC2}" type="pres">
      <dgm:prSet presAssocID="{126824ED-A138-9E4B-961B-6ECF43723E44}" presName="horzSpace2" presStyleCnt="0"/>
      <dgm:spPr/>
    </dgm:pt>
    <dgm:pt modelId="{99BEF9F6-6E46-3F4C-B593-FFEE3A9E8E47}" type="pres">
      <dgm:prSet presAssocID="{126824ED-A138-9E4B-961B-6ECF43723E44}" presName="tx2" presStyleLbl="revTx" presStyleIdx="9" presStyleCnt="11"/>
      <dgm:spPr/>
    </dgm:pt>
    <dgm:pt modelId="{361E6FF6-3E46-7B4D-9460-04D459AE2DA5}" type="pres">
      <dgm:prSet presAssocID="{126824ED-A138-9E4B-961B-6ECF43723E44}" presName="vert2" presStyleCnt="0"/>
      <dgm:spPr/>
    </dgm:pt>
    <dgm:pt modelId="{16956F29-6AA6-CC4B-984F-1840035FB9F8}" type="pres">
      <dgm:prSet presAssocID="{126824ED-A138-9E4B-961B-6ECF43723E44}" presName="thinLine2b" presStyleLbl="callout" presStyleIdx="6" presStyleCnt="8"/>
      <dgm:spPr/>
    </dgm:pt>
    <dgm:pt modelId="{B87C5B00-A79F-DC4F-B420-064C8FA016C9}" type="pres">
      <dgm:prSet presAssocID="{126824ED-A138-9E4B-961B-6ECF43723E44}" presName="vertSpace2b" presStyleCnt="0"/>
      <dgm:spPr/>
    </dgm:pt>
    <dgm:pt modelId="{958411E4-3561-0545-A6D7-5130B6ECF169}" type="pres">
      <dgm:prSet presAssocID="{28B79C78-A35C-F645-B10C-EEB923593683}" presName="horz2" presStyleCnt="0"/>
      <dgm:spPr/>
    </dgm:pt>
    <dgm:pt modelId="{C09702A2-6A2F-9145-A2B7-2C5893911B6F}" type="pres">
      <dgm:prSet presAssocID="{28B79C78-A35C-F645-B10C-EEB923593683}" presName="horzSpace2" presStyleCnt="0"/>
      <dgm:spPr/>
    </dgm:pt>
    <dgm:pt modelId="{20DD09FA-6CB9-4146-8F49-C0B1D78EE736}" type="pres">
      <dgm:prSet presAssocID="{28B79C78-A35C-F645-B10C-EEB923593683}" presName="tx2" presStyleLbl="revTx" presStyleIdx="10" presStyleCnt="11"/>
      <dgm:spPr/>
    </dgm:pt>
    <dgm:pt modelId="{0FB368FA-0D0B-E54A-B7EC-E62CDADEC664}" type="pres">
      <dgm:prSet presAssocID="{28B79C78-A35C-F645-B10C-EEB923593683}" presName="vert2" presStyleCnt="0"/>
      <dgm:spPr/>
    </dgm:pt>
    <dgm:pt modelId="{E6D574F2-58BB-8941-9D85-29CEF2F39F7D}" type="pres">
      <dgm:prSet presAssocID="{28B79C78-A35C-F645-B10C-EEB923593683}" presName="thinLine2b" presStyleLbl="callout" presStyleIdx="7" presStyleCnt="8"/>
      <dgm:spPr/>
    </dgm:pt>
    <dgm:pt modelId="{35C7E77A-9201-7243-9E62-E56D9A0A1888}" type="pres">
      <dgm:prSet presAssocID="{28B79C78-A35C-F645-B10C-EEB923593683}" presName="vertSpace2b" presStyleCnt="0"/>
      <dgm:spPr/>
    </dgm:pt>
  </dgm:ptLst>
  <dgm:cxnLst>
    <dgm:cxn modelId="{E2E6CC16-56BB-D943-80E1-4DC9C4B7DFD3}" srcId="{2C7BBC92-9F12-024F-9E5C-1AF62B8A45DB}" destId="{126824ED-A138-9E4B-961B-6ECF43723E44}" srcOrd="0" destOrd="0" parTransId="{6B142D89-81DD-7F41-AE0F-6DA04FB3F74B}" sibTransId="{95D2B4B9-0C2A-964F-ABDC-23FFFBBC90CB}"/>
    <dgm:cxn modelId="{9F24CB2A-6DBA-D541-813A-612D0316C7C2}" type="presOf" srcId="{8794A477-3197-E441-BBD2-D74F0FCEFF32}" destId="{254D7064-797C-9B43-BA84-45E516971611}" srcOrd="0" destOrd="0" presId="urn:microsoft.com/office/officeart/2008/layout/LinedList"/>
    <dgm:cxn modelId="{1FDE152B-82DF-0D4B-8337-22B6B4BD90AF}" srcId="{4736B63C-C1E3-1942-A00B-729809F21DE3}" destId="{A73E7EF7-94C2-B84F-9DC8-4FBF2788C989}" srcOrd="0" destOrd="0" parTransId="{E2EC9641-E021-784D-A857-B615E55AF8C0}" sibTransId="{64F49D8F-6411-104A-9C23-6C9FB7745CC3}"/>
    <dgm:cxn modelId="{85335D2B-2814-8F4B-A514-7FF75887442E}" type="presOf" srcId="{AABFC3E8-6794-7048-A24E-95EF951A6914}" destId="{5AB9E01C-4E39-A143-A9E1-4E7724993BE3}" srcOrd="0" destOrd="0" presId="urn:microsoft.com/office/officeart/2008/layout/LinedList"/>
    <dgm:cxn modelId="{C5CD5D2F-A871-5443-9951-43B976DF11CF}" type="presOf" srcId="{A73E7EF7-94C2-B84F-9DC8-4FBF2788C989}" destId="{8C3173ED-311C-E145-BCF9-C622F4E7ECEA}" srcOrd="0" destOrd="0" presId="urn:microsoft.com/office/officeart/2008/layout/LinedList"/>
    <dgm:cxn modelId="{B22F0D3B-9AB8-4B47-B25B-E5ABBF6155A8}" type="presOf" srcId="{989B3044-F897-EB4A-A833-06ADA86D05AF}" destId="{A5A9F8C7-A414-8540-B01C-22B23AFDCC4D}" srcOrd="0" destOrd="0" presId="urn:microsoft.com/office/officeart/2008/layout/LinedList"/>
    <dgm:cxn modelId="{6053943E-787B-C94C-8EFB-E1507757ED75}" type="presOf" srcId="{2C7BBC92-9F12-024F-9E5C-1AF62B8A45DB}" destId="{F7EA059E-91AC-6B4C-8686-FF015BEDA72F}" srcOrd="0" destOrd="0" presId="urn:microsoft.com/office/officeart/2008/layout/LinedList"/>
    <dgm:cxn modelId="{82DD9B7A-6D10-3348-A5E4-51B60759C7FC}" type="presOf" srcId="{28B79C78-A35C-F645-B10C-EEB923593683}" destId="{20DD09FA-6CB9-4146-8F49-C0B1D78EE736}" srcOrd="0" destOrd="0" presId="urn:microsoft.com/office/officeart/2008/layout/LinedList"/>
    <dgm:cxn modelId="{1724DD85-0A9C-2A47-8037-0EC29F1C3917}" srcId="{5C9BDD47-9610-2747-BA46-10F2FFF3C4FA}" destId="{33A9387D-985C-6649-8C96-DC8FA3C44299}" srcOrd="0" destOrd="0" parTransId="{469F3D6A-C734-1847-BA52-F801EEA68623}" sibTransId="{E59E09A9-C76C-5543-B75B-FD7F2CBD17CD}"/>
    <dgm:cxn modelId="{8494F08C-88AB-0043-98F2-040D77DC00ED}" srcId="{4736B63C-C1E3-1942-A00B-729809F21DE3}" destId="{452D581B-37FD-1D4A-BDE1-17CF3EA2A63E}" srcOrd="3" destOrd="0" parTransId="{3F8A2E15-C106-384B-AEC4-4BB54EC2E886}" sibTransId="{455F4F13-C506-7241-B87E-8A14E105A249}"/>
    <dgm:cxn modelId="{FE8F0990-1EF5-1C46-BDC4-17D1A552C90F}" srcId="{8794A477-3197-E441-BBD2-D74F0FCEFF32}" destId="{4736B63C-C1E3-1942-A00B-729809F21DE3}" srcOrd="0" destOrd="0" parTransId="{29EE07B7-0451-0743-BE9F-A2C809D75E7D}" sibTransId="{5F627DC3-364D-BE41-A894-6DE678F5D654}"/>
    <dgm:cxn modelId="{C796CD92-40D8-6442-853F-D0C4FDC7A06F}" type="presOf" srcId="{126824ED-A138-9E4B-961B-6ECF43723E44}" destId="{99BEF9F6-6E46-3F4C-B593-FFEE3A9E8E47}" srcOrd="0" destOrd="0" presId="urn:microsoft.com/office/officeart/2008/layout/LinedList"/>
    <dgm:cxn modelId="{F0190DA9-2442-F845-AAB6-91E81ABE7C63}" srcId="{8794A477-3197-E441-BBD2-D74F0FCEFF32}" destId="{5C9BDD47-9610-2747-BA46-10F2FFF3C4FA}" srcOrd="1" destOrd="0" parTransId="{AE2A70F4-E7C3-1042-B7CE-1A08075B52F5}" sibTransId="{1BB3D75B-E2CF-BA41-94B2-1D29A62E5A62}"/>
    <dgm:cxn modelId="{4F119CAA-9039-B04E-BD50-40618E837329}" type="presOf" srcId="{452D581B-37FD-1D4A-BDE1-17CF3EA2A63E}" destId="{ADB70C09-70AE-6846-B363-4529FB3B281D}" srcOrd="0" destOrd="0" presId="urn:microsoft.com/office/officeart/2008/layout/LinedList"/>
    <dgm:cxn modelId="{71AC11B7-BD1F-854C-91F5-3921554665B2}" type="presOf" srcId="{33A9387D-985C-6649-8C96-DC8FA3C44299}" destId="{B2E3178C-1F53-154B-BA3A-B84A3B8E6722}" srcOrd="0" destOrd="0" presId="urn:microsoft.com/office/officeart/2008/layout/LinedList"/>
    <dgm:cxn modelId="{F41892BF-F9D8-B54C-838C-2B0544A13F67}" srcId="{8794A477-3197-E441-BBD2-D74F0FCEFF32}" destId="{2C7BBC92-9F12-024F-9E5C-1AF62B8A45DB}" srcOrd="2" destOrd="0" parTransId="{645C0953-30F0-E544-9110-3DF96B1A8A8D}" sibTransId="{D4EEF888-7568-5541-BAD0-A0A1DAC253ED}"/>
    <dgm:cxn modelId="{93A1BCC2-8157-1640-A90C-9D1BBA19B0B5}" srcId="{4736B63C-C1E3-1942-A00B-729809F21DE3}" destId="{AABFC3E8-6794-7048-A24E-95EF951A6914}" srcOrd="2" destOrd="0" parTransId="{DA087ED1-D6A0-4D42-A573-964B8A57061F}" sibTransId="{3A1305BE-F3D0-074D-A8A4-91C599E05A59}"/>
    <dgm:cxn modelId="{1F6E9CC9-2110-B346-8EBA-481CA096CC4A}" srcId="{2C7BBC92-9F12-024F-9E5C-1AF62B8A45DB}" destId="{28B79C78-A35C-F645-B10C-EEB923593683}" srcOrd="1" destOrd="0" parTransId="{D9CCB1E2-EB18-3748-B1F0-4D1AE42DBC7A}" sibTransId="{4B6BDDBD-F55D-BC46-B56D-92DAD256951A}"/>
    <dgm:cxn modelId="{2FEF4DCB-57A8-0043-8F38-75998DB6CF03}" srcId="{4736B63C-C1E3-1942-A00B-729809F21DE3}" destId="{989B3044-F897-EB4A-A833-06ADA86D05AF}" srcOrd="1" destOrd="0" parTransId="{EFED04C9-3961-C843-BA0C-DAF579D9FE15}" sibTransId="{10528B8A-5EA2-0945-84C2-A6E5402E6DB8}"/>
    <dgm:cxn modelId="{68CDB8DA-7EF0-9C48-AA68-147A7886C716}" srcId="{4736B63C-C1E3-1942-A00B-729809F21DE3}" destId="{7FAFEFF7-3077-A441-B28D-F613062E4351}" srcOrd="4" destOrd="0" parTransId="{7D376117-9950-574F-A5EA-1241B11A20B5}" sibTransId="{D13412FB-7D2A-A744-89B8-1C6AC21BAEE3}"/>
    <dgm:cxn modelId="{65B47CE1-678F-FF45-BE05-222887965BE9}" type="presOf" srcId="{5C9BDD47-9610-2747-BA46-10F2FFF3C4FA}" destId="{BCEC96CD-4167-0C4D-86EA-D0586DD5B2C7}" srcOrd="0" destOrd="0" presId="urn:microsoft.com/office/officeart/2008/layout/LinedList"/>
    <dgm:cxn modelId="{DC12B9E1-999A-3A4C-BF83-A6C1394EAF20}" type="presOf" srcId="{4736B63C-C1E3-1942-A00B-729809F21DE3}" destId="{FC4EBAAD-DE31-8049-A136-B99060429BC5}" srcOrd="0" destOrd="0" presId="urn:microsoft.com/office/officeart/2008/layout/LinedList"/>
    <dgm:cxn modelId="{7C96AFEE-8D3B-4B4E-B3E3-EF782499D786}" type="presOf" srcId="{7FAFEFF7-3077-A441-B28D-F613062E4351}" destId="{B2FE2E66-CDEE-6247-8919-CF0E48226A0A}" srcOrd="0" destOrd="0" presId="urn:microsoft.com/office/officeart/2008/layout/LinedList"/>
    <dgm:cxn modelId="{9E0CE5E1-2C25-F649-836B-D0345C1EAE2A}" type="presParOf" srcId="{254D7064-797C-9B43-BA84-45E516971611}" destId="{5A19B753-F6E0-494E-BAD6-C83C07E1FCB2}" srcOrd="0" destOrd="0" presId="urn:microsoft.com/office/officeart/2008/layout/LinedList"/>
    <dgm:cxn modelId="{08BA44A5-5F90-AB4D-829F-94D1D47E934B}" type="presParOf" srcId="{254D7064-797C-9B43-BA84-45E516971611}" destId="{78A7C0B1-3EA2-DC46-A7A2-03BB534184C4}" srcOrd="1" destOrd="0" presId="urn:microsoft.com/office/officeart/2008/layout/LinedList"/>
    <dgm:cxn modelId="{94DD4FE4-1FFB-E84D-BF0A-5FE17011F1A0}" type="presParOf" srcId="{78A7C0B1-3EA2-DC46-A7A2-03BB534184C4}" destId="{FC4EBAAD-DE31-8049-A136-B99060429BC5}" srcOrd="0" destOrd="0" presId="urn:microsoft.com/office/officeart/2008/layout/LinedList"/>
    <dgm:cxn modelId="{6FEA9BB3-EE0D-E14E-82D4-F9DDC73C9A6F}" type="presParOf" srcId="{78A7C0B1-3EA2-DC46-A7A2-03BB534184C4}" destId="{6267CB5B-C469-EB45-8EC4-E20525CAD0A9}" srcOrd="1" destOrd="0" presId="urn:microsoft.com/office/officeart/2008/layout/LinedList"/>
    <dgm:cxn modelId="{0FC7CB36-96B6-384C-8C6B-AF24DD4DBB91}" type="presParOf" srcId="{6267CB5B-C469-EB45-8EC4-E20525CAD0A9}" destId="{FC222B32-3C78-574B-9BE4-0418A9C73F70}" srcOrd="0" destOrd="0" presId="urn:microsoft.com/office/officeart/2008/layout/LinedList"/>
    <dgm:cxn modelId="{0BCA01A9-B266-0C42-897B-912134E024B6}" type="presParOf" srcId="{6267CB5B-C469-EB45-8EC4-E20525CAD0A9}" destId="{FAA904E7-2E22-BA48-99C6-511A2D0BA3E3}" srcOrd="1" destOrd="0" presId="urn:microsoft.com/office/officeart/2008/layout/LinedList"/>
    <dgm:cxn modelId="{332E8005-CF02-704B-840E-7209ECC1C9B4}" type="presParOf" srcId="{FAA904E7-2E22-BA48-99C6-511A2D0BA3E3}" destId="{1D2EB743-6345-E34D-B317-15D37A1BA780}" srcOrd="0" destOrd="0" presId="urn:microsoft.com/office/officeart/2008/layout/LinedList"/>
    <dgm:cxn modelId="{43A18F63-CBD3-E442-A926-FD20B0508F33}" type="presParOf" srcId="{FAA904E7-2E22-BA48-99C6-511A2D0BA3E3}" destId="{8C3173ED-311C-E145-BCF9-C622F4E7ECEA}" srcOrd="1" destOrd="0" presId="urn:microsoft.com/office/officeart/2008/layout/LinedList"/>
    <dgm:cxn modelId="{CE545D87-BFCB-7448-9173-F1534409B9DD}" type="presParOf" srcId="{FAA904E7-2E22-BA48-99C6-511A2D0BA3E3}" destId="{EC46A138-1F89-364F-8967-00C5A88D5B78}" srcOrd="2" destOrd="0" presId="urn:microsoft.com/office/officeart/2008/layout/LinedList"/>
    <dgm:cxn modelId="{450D6BE4-8481-4E44-BDB6-36D835517240}" type="presParOf" srcId="{6267CB5B-C469-EB45-8EC4-E20525CAD0A9}" destId="{9D425CB1-71A5-3E48-BF05-4E867AAF5334}" srcOrd="2" destOrd="0" presId="urn:microsoft.com/office/officeart/2008/layout/LinedList"/>
    <dgm:cxn modelId="{080B7509-9376-A442-A3A2-189C05F04DE3}" type="presParOf" srcId="{6267CB5B-C469-EB45-8EC4-E20525CAD0A9}" destId="{9DAF1AAA-9811-F34D-88B4-05B54327F1CA}" srcOrd="3" destOrd="0" presId="urn:microsoft.com/office/officeart/2008/layout/LinedList"/>
    <dgm:cxn modelId="{DEDEF2B8-5D8A-7B4C-ADB8-327C37F4AE3C}" type="presParOf" srcId="{6267CB5B-C469-EB45-8EC4-E20525CAD0A9}" destId="{837C8E11-08B5-554E-BEDB-2B709CE651F0}" srcOrd="4" destOrd="0" presId="urn:microsoft.com/office/officeart/2008/layout/LinedList"/>
    <dgm:cxn modelId="{57CD16B2-3056-124E-A13D-8241A7D39692}" type="presParOf" srcId="{837C8E11-08B5-554E-BEDB-2B709CE651F0}" destId="{30F8D0D2-21AE-654A-A9B4-CE23BCCBC60D}" srcOrd="0" destOrd="0" presId="urn:microsoft.com/office/officeart/2008/layout/LinedList"/>
    <dgm:cxn modelId="{F26AE224-9572-8D49-9F07-6F88232A60A4}" type="presParOf" srcId="{837C8E11-08B5-554E-BEDB-2B709CE651F0}" destId="{A5A9F8C7-A414-8540-B01C-22B23AFDCC4D}" srcOrd="1" destOrd="0" presId="urn:microsoft.com/office/officeart/2008/layout/LinedList"/>
    <dgm:cxn modelId="{0FFC4BBD-5473-744F-8A30-8CEAF3F4C9A6}" type="presParOf" srcId="{837C8E11-08B5-554E-BEDB-2B709CE651F0}" destId="{A689A196-AD14-E847-BDD2-B32121851402}" srcOrd="2" destOrd="0" presId="urn:microsoft.com/office/officeart/2008/layout/LinedList"/>
    <dgm:cxn modelId="{F88BB1D4-E6FA-C44A-A70C-B7B903B3401C}" type="presParOf" srcId="{6267CB5B-C469-EB45-8EC4-E20525CAD0A9}" destId="{999162E4-42E7-8C4D-B814-E1B3159AFA16}" srcOrd="5" destOrd="0" presId="urn:microsoft.com/office/officeart/2008/layout/LinedList"/>
    <dgm:cxn modelId="{349BD884-8128-E942-A406-6C5F3BD98CB0}" type="presParOf" srcId="{6267CB5B-C469-EB45-8EC4-E20525CAD0A9}" destId="{DA500FC2-C68A-DB49-A57C-0F285FE87BF5}" srcOrd="6" destOrd="0" presId="urn:microsoft.com/office/officeart/2008/layout/LinedList"/>
    <dgm:cxn modelId="{4D26D96F-59D3-C144-8735-94F20DC78FED}" type="presParOf" srcId="{6267CB5B-C469-EB45-8EC4-E20525CAD0A9}" destId="{D159A20D-C61C-EE47-9B5C-A3E880B6CF43}" srcOrd="7" destOrd="0" presId="urn:microsoft.com/office/officeart/2008/layout/LinedList"/>
    <dgm:cxn modelId="{22131098-0BAF-624D-A11B-D8DBEFFDEC18}" type="presParOf" srcId="{D159A20D-C61C-EE47-9B5C-A3E880B6CF43}" destId="{422E528F-272A-EB40-91C5-26D78404657D}" srcOrd="0" destOrd="0" presId="urn:microsoft.com/office/officeart/2008/layout/LinedList"/>
    <dgm:cxn modelId="{A9315C92-8ADD-C94E-ABAD-8DBED53B2F8B}" type="presParOf" srcId="{D159A20D-C61C-EE47-9B5C-A3E880B6CF43}" destId="{5AB9E01C-4E39-A143-A9E1-4E7724993BE3}" srcOrd="1" destOrd="0" presId="urn:microsoft.com/office/officeart/2008/layout/LinedList"/>
    <dgm:cxn modelId="{09EF72BB-0072-394D-881B-66F00796B4F2}" type="presParOf" srcId="{D159A20D-C61C-EE47-9B5C-A3E880B6CF43}" destId="{E106A2A2-330B-D24A-97F9-18C7D2C077CB}" srcOrd="2" destOrd="0" presId="urn:microsoft.com/office/officeart/2008/layout/LinedList"/>
    <dgm:cxn modelId="{7EA8CF77-4893-4042-BA00-343B3DF7E787}" type="presParOf" srcId="{6267CB5B-C469-EB45-8EC4-E20525CAD0A9}" destId="{C31F433C-EE65-5946-BE7B-844803DC96B7}" srcOrd="8" destOrd="0" presId="urn:microsoft.com/office/officeart/2008/layout/LinedList"/>
    <dgm:cxn modelId="{E24738BE-49E5-8240-B738-FE82D19E862F}" type="presParOf" srcId="{6267CB5B-C469-EB45-8EC4-E20525CAD0A9}" destId="{577CF0A8-20F5-9640-9D4C-4B719B830017}" srcOrd="9" destOrd="0" presId="urn:microsoft.com/office/officeart/2008/layout/LinedList"/>
    <dgm:cxn modelId="{C0F8E534-8D83-CD46-B069-CCD69341610A}" type="presParOf" srcId="{6267CB5B-C469-EB45-8EC4-E20525CAD0A9}" destId="{E4AE43B9-E1EC-B44B-B6E1-5037CBF50694}" srcOrd="10" destOrd="0" presId="urn:microsoft.com/office/officeart/2008/layout/LinedList"/>
    <dgm:cxn modelId="{BEC93805-33CA-2E41-AEE8-8C6573A7C3F8}" type="presParOf" srcId="{E4AE43B9-E1EC-B44B-B6E1-5037CBF50694}" destId="{1247BAD8-3E0C-3147-866C-CAD75A530995}" srcOrd="0" destOrd="0" presId="urn:microsoft.com/office/officeart/2008/layout/LinedList"/>
    <dgm:cxn modelId="{9798E3E4-2C82-0543-A5D9-5A7840ABDDD9}" type="presParOf" srcId="{E4AE43B9-E1EC-B44B-B6E1-5037CBF50694}" destId="{ADB70C09-70AE-6846-B363-4529FB3B281D}" srcOrd="1" destOrd="0" presId="urn:microsoft.com/office/officeart/2008/layout/LinedList"/>
    <dgm:cxn modelId="{77DDE517-C70D-1546-9FD6-93A34AE9B49D}" type="presParOf" srcId="{E4AE43B9-E1EC-B44B-B6E1-5037CBF50694}" destId="{91318A26-EB9D-FD4E-985B-ECB7AE62294C}" srcOrd="2" destOrd="0" presId="urn:microsoft.com/office/officeart/2008/layout/LinedList"/>
    <dgm:cxn modelId="{BE2F2904-B18D-474D-988A-06D85E1B0B66}" type="presParOf" srcId="{6267CB5B-C469-EB45-8EC4-E20525CAD0A9}" destId="{61628B97-F417-914E-A735-24755D579BA4}" srcOrd="11" destOrd="0" presId="urn:microsoft.com/office/officeart/2008/layout/LinedList"/>
    <dgm:cxn modelId="{AC0BB2DB-F660-D647-8A99-1C7AA0CEF080}" type="presParOf" srcId="{6267CB5B-C469-EB45-8EC4-E20525CAD0A9}" destId="{2877026A-8CAA-664F-B727-7DBC27525BAF}" srcOrd="12" destOrd="0" presId="urn:microsoft.com/office/officeart/2008/layout/LinedList"/>
    <dgm:cxn modelId="{881DF188-BCCB-EB41-BE60-EEE090F3DC98}" type="presParOf" srcId="{6267CB5B-C469-EB45-8EC4-E20525CAD0A9}" destId="{CD031C4D-4139-A742-922E-028E367AC3A5}" srcOrd="13" destOrd="0" presId="urn:microsoft.com/office/officeart/2008/layout/LinedList"/>
    <dgm:cxn modelId="{704BF7E4-F710-7F49-A41B-552F68C8A4B6}" type="presParOf" srcId="{CD031C4D-4139-A742-922E-028E367AC3A5}" destId="{C48BDABE-B156-A845-8A9F-D4B55A413F04}" srcOrd="0" destOrd="0" presId="urn:microsoft.com/office/officeart/2008/layout/LinedList"/>
    <dgm:cxn modelId="{75A46F00-3658-D04B-8FEA-6D0FE579CA8E}" type="presParOf" srcId="{CD031C4D-4139-A742-922E-028E367AC3A5}" destId="{B2FE2E66-CDEE-6247-8919-CF0E48226A0A}" srcOrd="1" destOrd="0" presId="urn:microsoft.com/office/officeart/2008/layout/LinedList"/>
    <dgm:cxn modelId="{4015AA67-FBF7-E34C-AE84-C1917F6E8411}" type="presParOf" srcId="{CD031C4D-4139-A742-922E-028E367AC3A5}" destId="{4CF083C8-0723-8A4C-B187-6EEE3AE52567}" srcOrd="2" destOrd="0" presId="urn:microsoft.com/office/officeart/2008/layout/LinedList"/>
    <dgm:cxn modelId="{55D318DC-454F-9B49-A3EA-321841F88612}" type="presParOf" srcId="{6267CB5B-C469-EB45-8EC4-E20525CAD0A9}" destId="{DCA20C24-8F1B-BE4C-8B86-BFCD7ED3353A}" srcOrd="14" destOrd="0" presId="urn:microsoft.com/office/officeart/2008/layout/LinedList"/>
    <dgm:cxn modelId="{32472C25-9925-0E47-B63B-D7D0A5A1293B}" type="presParOf" srcId="{6267CB5B-C469-EB45-8EC4-E20525CAD0A9}" destId="{81CF06D2-64B7-434D-A8F0-D6DACF785416}" srcOrd="15" destOrd="0" presId="urn:microsoft.com/office/officeart/2008/layout/LinedList"/>
    <dgm:cxn modelId="{AF6156A4-7811-EC41-BA1C-845608EDA4C7}" type="presParOf" srcId="{254D7064-797C-9B43-BA84-45E516971611}" destId="{3061C708-74AE-4048-BECC-C76F1415F8A0}" srcOrd="2" destOrd="0" presId="urn:microsoft.com/office/officeart/2008/layout/LinedList"/>
    <dgm:cxn modelId="{87104909-A5B1-B945-B89D-3E363DC7C28A}" type="presParOf" srcId="{254D7064-797C-9B43-BA84-45E516971611}" destId="{C954D95F-BC31-E24B-BDC7-8F22FE423E60}" srcOrd="3" destOrd="0" presId="urn:microsoft.com/office/officeart/2008/layout/LinedList"/>
    <dgm:cxn modelId="{2B2F10AE-A8D8-4840-973D-7B097A1B9816}" type="presParOf" srcId="{C954D95F-BC31-E24B-BDC7-8F22FE423E60}" destId="{BCEC96CD-4167-0C4D-86EA-D0586DD5B2C7}" srcOrd="0" destOrd="0" presId="urn:microsoft.com/office/officeart/2008/layout/LinedList"/>
    <dgm:cxn modelId="{B8D59AAB-BB4C-9541-BC32-950C213EBAF0}" type="presParOf" srcId="{C954D95F-BC31-E24B-BDC7-8F22FE423E60}" destId="{FA285B63-E119-0A46-AA6F-A3DBC8D85723}" srcOrd="1" destOrd="0" presId="urn:microsoft.com/office/officeart/2008/layout/LinedList"/>
    <dgm:cxn modelId="{A2251351-FF7E-064D-80E7-96E7D54D9240}" type="presParOf" srcId="{FA285B63-E119-0A46-AA6F-A3DBC8D85723}" destId="{3B87272A-445A-7643-AFC7-FE7AD359ED28}" srcOrd="0" destOrd="0" presId="urn:microsoft.com/office/officeart/2008/layout/LinedList"/>
    <dgm:cxn modelId="{05D0A55E-C9B6-7344-915A-E0880BB2F9CB}" type="presParOf" srcId="{FA285B63-E119-0A46-AA6F-A3DBC8D85723}" destId="{AACB4EAE-C4DF-E94C-A8C1-37AE1358240A}" srcOrd="1" destOrd="0" presId="urn:microsoft.com/office/officeart/2008/layout/LinedList"/>
    <dgm:cxn modelId="{467E64B2-CA18-3841-944D-966098DDF0B5}" type="presParOf" srcId="{AACB4EAE-C4DF-E94C-A8C1-37AE1358240A}" destId="{987A2FD0-9B79-C146-87DF-5E709285FBAD}" srcOrd="0" destOrd="0" presId="urn:microsoft.com/office/officeart/2008/layout/LinedList"/>
    <dgm:cxn modelId="{4BB21DB4-028D-614D-9833-C21ADD57B51F}" type="presParOf" srcId="{AACB4EAE-C4DF-E94C-A8C1-37AE1358240A}" destId="{B2E3178C-1F53-154B-BA3A-B84A3B8E6722}" srcOrd="1" destOrd="0" presId="urn:microsoft.com/office/officeart/2008/layout/LinedList"/>
    <dgm:cxn modelId="{D1F3112B-2099-F445-91E3-450B271FEFCF}" type="presParOf" srcId="{AACB4EAE-C4DF-E94C-A8C1-37AE1358240A}" destId="{AC503992-CB4A-D74D-BF77-D8994244C7C8}" srcOrd="2" destOrd="0" presId="urn:microsoft.com/office/officeart/2008/layout/LinedList"/>
    <dgm:cxn modelId="{B4E72D2C-47F6-CF4C-9EAD-2802A786F2FD}" type="presParOf" srcId="{FA285B63-E119-0A46-AA6F-A3DBC8D85723}" destId="{ACB88B4F-0941-6944-833A-3D527A1BBCE8}" srcOrd="2" destOrd="0" presId="urn:microsoft.com/office/officeart/2008/layout/LinedList"/>
    <dgm:cxn modelId="{50AE6462-E089-F847-9541-E2497421031C}" type="presParOf" srcId="{FA285B63-E119-0A46-AA6F-A3DBC8D85723}" destId="{1A77695B-0C84-C045-B04B-48BB988EBF42}" srcOrd="3" destOrd="0" presId="urn:microsoft.com/office/officeart/2008/layout/LinedList"/>
    <dgm:cxn modelId="{6F1AD386-9BEE-9D42-BC18-27AE2F8F2B1E}" type="presParOf" srcId="{254D7064-797C-9B43-BA84-45E516971611}" destId="{A498A043-8ADA-6C43-8236-5D6D89D93B3C}" srcOrd="4" destOrd="0" presId="urn:microsoft.com/office/officeart/2008/layout/LinedList"/>
    <dgm:cxn modelId="{63FC923C-009F-A249-9F3E-7331B3B18808}" type="presParOf" srcId="{254D7064-797C-9B43-BA84-45E516971611}" destId="{E39BD683-8F7D-F948-8CC5-17C15BB7F81C}" srcOrd="5" destOrd="0" presId="urn:microsoft.com/office/officeart/2008/layout/LinedList"/>
    <dgm:cxn modelId="{AEB76F59-5347-A14B-9A81-CBBE6D1F2F48}" type="presParOf" srcId="{E39BD683-8F7D-F948-8CC5-17C15BB7F81C}" destId="{F7EA059E-91AC-6B4C-8686-FF015BEDA72F}" srcOrd="0" destOrd="0" presId="urn:microsoft.com/office/officeart/2008/layout/LinedList"/>
    <dgm:cxn modelId="{3731561B-0DB1-C54A-8EFA-6CA2BEE89994}" type="presParOf" srcId="{E39BD683-8F7D-F948-8CC5-17C15BB7F81C}" destId="{AD17835B-ACC4-144E-AB76-B9A2A5EEA007}" srcOrd="1" destOrd="0" presId="urn:microsoft.com/office/officeart/2008/layout/LinedList"/>
    <dgm:cxn modelId="{CEBE50C3-2DD2-BC45-8F4E-2E03EBC26BD5}" type="presParOf" srcId="{AD17835B-ACC4-144E-AB76-B9A2A5EEA007}" destId="{755A91E4-A406-2C40-AD67-D1EB5DBD351E}" srcOrd="0" destOrd="0" presId="urn:microsoft.com/office/officeart/2008/layout/LinedList"/>
    <dgm:cxn modelId="{144B22FC-0B3F-1D4F-96DE-A6C6EF41DE65}" type="presParOf" srcId="{AD17835B-ACC4-144E-AB76-B9A2A5EEA007}" destId="{2B7417F3-CA12-554F-A9A6-0DE54A73966B}" srcOrd="1" destOrd="0" presId="urn:microsoft.com/office/officeart/2008/layout/LinedList"/>
    <dgm:cxn modelId="{28F36964-3D37-484F-82B5-E09F12B089F5}" type="presParOf" srcId="{2B7417F3-CA12-554F-A9A6-0DE54A73966B}" destId="{6755E752-3250-1148-88A7-7644C8338CC2}" srcOrd="0" destOrd="0" presId="urn:microsoft.com/office/officeart/2008/layout/LinedList"/>
    <dgm:cxn modelId="{FE1EBF28-BCC0-8044-BB44-07877380E287}" type="presParOf" srcId="{2B7417F3-CA12-554F-A9A6-0DE54A73966B}" destId="{99BEF9F6-6E46-3F4C-B593-FFEE3A9E8E47}" srcOrd="1" destOrd="0" presId="urn:microsoft.com/office/officeart/2008/layout/LinedList"/>
    <dgm:cxn modelId="{C78A0C08-C195-7E44-96FB-5830A71EE809}" type="presParOf" srcId="{2B7417F3-CA12-554F-A9A6-0DE54A73966B}" destId="{361E6FF6-3E46-7B4D-9460-04D459AE2DA5}" srcOrd="2" destOrd="0" presId="urn:microsoft.com/office/officeart/2008/layout/LinedList"/>
    <dgm:cxn modelId="{21D3A579-9C8B-0B49-8428-DA79084CC13A}" type="presParOf" srcId="{AD17835B-ACC4-144E-AB76-B9A2A5EEA007}" destId="{16956F29-6AA6-CC4B-984F-1840035FB9F8}" srcOrd="2" destOrd="0" presId="urn:microsoft.com/office/officeart/2008/layout/LinedList"/>
    <dgm:cxn modelId="{E06C1A81-E3D4-0546-9115-A45FECBDA0E9}" type="presParOf" srcId="{AD17835B-ACC4-144E-AB76-B9A2A5EEA007}" destId="{B87C5B00-A79F-DC4F-B420-064C8FA016C9}" srcOrd="3" destOrd="0" presId="urn:microsoft.com/office/officeart/2008/layout/LinedList"/>
    <dgm:cxn modelId="{48E234F2-B380-FA46-A5FD-8353D09B650D}" type="presParOf" srcId="{AD17835B-ACC4-144E-AB76-B9A2A5EEA007}" destId="{958411E4-3561-0545-A6D7-5130B6ECF169}" srcOrd="4" destOrd="0" presId="urn:microsoft.com/office/officeart/2008/layout/LinedList"/>
    <dgm:cxn modelId="{0513B27B-E696-0840-9482-2E0C980C2C87}" type="presParOf" srcId="{958411E4-3561-0545-A6D7-5130B6ECF169}" destId="{C09702A2-6A2F-9145-A2B7-2C5893911B6F}" srcOrd="0" destOrd="0" presId="urn:microsoft.com/office/officeart/2008/layout/LinedList"/>
    <dgm:cxn modelId="{A5EF2B8A-A850-A742-9108-39C059174A4C}" type="presParOf" srcId="{958411E4-3561-0545-A6D7-5130B6ECF169}" destId="{20DD09FA-6CB9-4146-8F49-C0B1D78EE736}" srcOrd="1" destOrd="0" presId="urn:microsoft.com/office/officeart/2008/layout/LinedList"/>
    <dgm:cxn modelId="{84E2787E-BF2B-9548-B689-C0073D2606BE}" type="presParOf" srcId="{958411E4-3561-0545-A6D7-5130B6ECF169}" destId="{0FB368FA-0D0B-E54A-B7EC-E62CDADEC664}" srcOrd="2" destOrd="0" presId="urn:microsoft.com/office/officeart/2008/layout/LinedList"/>
    <dgm:cxn modelId="{FD46DCBD-5894-AD4E-9C4A-E57691A54E38}" type="presParOf" srcId="{AD17835B-ACC4-144E-AB76-B9A2A5EEA007}" destId="{E6D574F2-58BB-8941-9D85-29CEF2F39F7D}" srcOrd="5" destOrd="0" presId="urn:microsoft.com/office/officeart/2008/layout/LinedList"/>
    <dgm:cxn modelId="{195E9DA2-BDD0-CB45-8F43-39E937B7594C}" type="presParOf" srcId="{AD17835B-ACC4-144E-AB76-B9A2A5EEA007}" destId="{35C7E77A-9201-7243-9E62-E56D9A0A1888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CEB3C95-D5B1-8640-A2B2-E1D3525DB0AA}" type="doc">
      <dgm:prSet loTypeId="urn:microsoft.com/office/officeart/2008/layout/LinedList" loCatId="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1445BE61-1A71-D441-BB08-36869D9DA74B}">
      <dgm:prSet custT="1"/>
      <dgm:spPr/>
      <dgm:t>
        <a:bodyPr anchor="ctr"/>
        <a:lstStyle/>
        <a:p>
          <a:r>
            <a:rPr lang="en-GB" sz="1800" b="1" dirty="0">
              <a:latin typeface="Arial" panose="020B0604020202020204" pitchFamily="34" charset="0"/>
              <a:cs typeface="Arial" panose="020B0604020202020204" pitchFamily="34" charset="0"/>
            </a:rPr>
            <a:t>Corporate Knowledge </a:t>
          </a:r>
          <a:r>
            <a:rPr lang="en-GB" sz="1800" dirty="0">
              <a:latin typeface="Arial" panose="020B0604020202020204" pitchFamily="34" charset="0"/>
              <a:cs typeface="Arial" panose="020B0604020202020204" pitchFamily="34" charset="0"/>
            </a:rPr>
            <a:t>(Confluence, Drive)</a:t>
          </a:r>
          <a:endParaRPr lang="en-FR" sz="18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BEF2FA9-5AB3-2B4B-9E53-AB951A7066DB}" type="parTrans" cxnId="{0106B53E-CAA3-E949-AEDC-938693F40924}">
      <dgm:prSet/>
      <dgm:spPr/>
      <dgm:t>
        <a:bodyPr/>
        <a:lstStyle/>
        <a:p>
          <a:endParaRPr lang="en-GB"/>
        </a:p>
      </dgm:t>
    </dgm:pt>
    <dgm:pt modelId="{0F23C49B-0BA3-504C-8AB8-E51221722A5E}" type="sibTrans" cxnId="{0106B53E-CAA3-E949-AEDC-938693F40924}">
      <dgm:prSet/>
      <dgm:spPr/>
      <dgm:t>
        <a:bodyPr/>
        <a:lstStyle/>
        <a:p>
          <a:endParaRPr lang="en-GB"/>
        </a:p>
      </dgm:t>
    </dgm:pt>
    <dgm:pt modelId="{2B17F85B-9DCE-F442-811B-49C5C1C03142}">
      <dgm:prSet custT="1"/>
      <dgm:spPr/>
      <dgm:t>
        <a:bodyPr anchor="ctr"/>
        <a:lstStyle/>
        <a:p>
          <a:r>
            <a:rPr lang="en-GB" sz="1400" b="1" dirty="0">
              <a:latin typeface="Arial" panose="020B0604020202020204" pitchFamily="34" charset="0"/>
              <a:cs typeface="Arial" panose="020B0604020202020204" pitchFamily="34" charset="0"/>
            </a:rPr>
            <a:t>Vertex AI Agent Builder</a:t>
          </a:r>
          <a:endParaRPr lang="en-FR" sz="1400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29A775D-FFF6-6E42-8349-39DED8B8AF70}" type="parTrans" cxnId="{DE788870-B7FC-5144-927E-D1EBE9319799}">
      <dgm:prSet/>
      <dgm:spPr/>
      <dgm:t>
        <a:bodyPr/>
        <a:lstStyle/>
        <a:p>
          <a:endParaRPr lang="en-GB"/>
        </a:p>
      </dgm:t>
    </dgm:pt>
    <dgm:pt modelId="{98261EFA-79EB-7E48-928C-3B5A164D4BBF}" type="sibTrans" cxnId="{DE788870-B7FC-5144-927E-D1EBE9319799}">
      <dgm:prSet/>
      <dgm:spPr/>
      <dgm:t>
        <a:bodyPr/>
        <a:lstStyle/>
        <a:p>
          <a:endParaRPr lang="en-GB"/>
        </a:p>
      </dgm:t>
    </dgm:pt>
    <dgm:pt modelId="{A9FA1E2B-86A8-A945-99C9-3786207CD0AD}">
      <dgm:prSet custT="1"/>
      <dgm:spPr/>
      <dgm:t>
        <a:bodyPr anchor="ctr"/>
        <a:lstStyle/>
        <a:p>
          <a:r>
            <a:rPr lang="en-GB" sz="1400" dirty="0">
              <a:latin typeface="Arial" panose="020B0604020202020204" pitchFamily="34" charset="0"/>
              <a:cs typeface="Arial" panose="020B0604020202020204" pitchFamily="34" charset="0"/>
            </a:rPr>
            <a:t>Secure with Private Service Connect</a:t>
          </a:r>
          <a:endParaRPr lang="en-FR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3D2FC7C-6BD4-8142-8F79-05CF53E6AE74}" type="parTrans" cxnId="{CEF402FC-C58D-154C-A4A9-5FC6A113BF53}">
      <dgm:prSet/>
      <dgm:spPr/>
      <dgm:t>
        <a:bodyPr/>
        <a:lstStyle/>
        <a:p>
          <a:endParaRPr lang="en-GB"/>
        </a:p>
      </dgm:t>
    </dgm:pt>
    <dgm:pt modelId="{116E6322-C43F-6947-9830-29EFFDF1C656}" type="sibTrans" cxnId="{CEF402FC-C58D-154C-A4A9-5FC6A113BF53}">
      <dgm:prSet/>
      <dgm:spPr/>
      <dgm:t>
        <a:bodyPr/>
        <a:lstStyle/>
        <a:p>
          <a:endParaRPr lang="en-GB"/>
        </a:p>
      </dgm:t>
    </dgm:pt>
    <dgm:pt modelId="{6C9AAA89-A711-294C-81FC-D7A428CDCD4D}">
      <dgm:prSet custT="1"/>
      <dgm:spPr/>
      <dgm:t>
        <a:bodyPr anchor="ctr"/>
        <a:lstStyle/>
        <a:p>
          <a:r>
            <a:rPr lang="en-FR" sz="1800" b="1" dirty="0">
              <a:latin typeface="Arial" panose="020B0604020202020204" pitchFamily="34" charset="0"/>
              <a:cs typeface="Arial" panose="020B0604020202020204" pitchFamily="34" charset="0"/>
            </a:rPr>
            <a:t>Structured Business Data </a:t>
          </a:r>
          <a:r>
            <a:rPr lang="en-FR" sz="1800" dirty="0">
              <a:latin typeface="Arial" panose="020B0604020202020204" pitchFamily="34" charset="0"/>
              <a:cs typeface="Arial" panose="020B0604020202020204" pitchFamily="34" charset="0"/>
            </a:rPr>
            <a:t>(BigQuery)</a:t>
          </a:r>
        </a:p>
      </dgm:t>
    </dgm:pt>
    <dgm:pt modelId="{B34DBC6F-C5FC-A74A-9D78-049AA2BFD777}" type="parTrans" cxnId="{51370D68-8DF4-0A4F-AE30-6FDD6BEE029D}">
      <dgm:prSet/>
      <dgm:spPr/>
      <dgm:t>
        <a:bodyPr/>
        <a:lstStyle/>
        <a:p>
          <a:endParaRPr lang="en-GB"/>
        </a:p>
      </dgm:t>
    </dgm:pt>
    <dgm:pt modelId="{A72C7C9A-2DA3-3648-9877-412CEE624239}" type="sibTrans" cxnId="{51370D68-8DF4-0A4F-AE30-6FDD6BEE029D}">
      <dgm:prSet/>
      <dgm:spPr/>
      <dgm:t>
        <a:bodyPr/>
        <a:lstStyle/>
        <a:p>
          <a:endParaRPr lang="en-GB"/>
        </a:p>
      </dgm:t>
    </dgm:pt>
    <dgm:pt modelId="{EBAB6EB4-0B21-7B42-9150-8DDF59AE940C}">
      <dgm:prSet custT="1"/>
      <dgm:spPr/>
      <dgm:t>
        <a:bodyPr anchor="ctr"/>
        <a:lstStyle/>
        <a:p>
          <a:r>
            <a:rPr lang="en-FR" sz="1400" b="1" dirty="0">
              <a:latin typeface="Arial" panose="020B0604020202020204" pitchFamily="34" charset="0"/>
              <a:cs typeface="Arial" panose="020B0604020202020204" pitchFamily="34" charset="0"/>
            </a:rPr>
            <a:t>Semantic Text-to-SQL (Langchain Tool) exposed to agent</a:t>
          </a:r>
        </a:p>
        <a:p>
          <a:r>
            <a:rPr lang="en-GB" sz="1400" b="0" i="0" u="none" dirty="0">
              <a:latin typeface="Arial" panose="020B0604020202020204" pitchFamily="34" charset="0"/>
              <a:cs typeface="Arial" panose="020B0604020202020204" pitchFamily="34" charset="0"/>
            </a:rPr>
            <a:t>text-embedding-004</a:t>
          </a:r>
          <a:endParaRPr lang="en-FR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AC01849-7935-D449-8278-EB87AC12C286}" type="parTrans" cxnId="{608EECA1-2190-7D44-AC1F-C24FCA9FF479}">
      <dgm:prSet/>
      <dgm:spPr/>
      <dgm:t>
        <a:bodyPr/>
        <a:lstStyle/>
        <a:p>
          <a:endParaRPr lang="en-GB"/>
        </a:p>
      </dgm:t>
    </dgm:pt>
    <dgm:pt modelId="{2F4F1EEF-A569-514C-8827-5896CD708B7C}" type="sibTrans" cxnId="{608EECA1-2190-7D44-AC1F-C24FCA9FF479}">
      <dgm:prSet/>
      <dgm:spPr/>
      <dgm:t>
        <a:bodyPr/>
        <a:lstStyle/>
        <a:p>
          <a:endParaRPr lang="en-GB"/>
        </a:p>
      </dgm:t>
    </dgm:pt>
    <dgm:pt modelId="{C5A5EC17-22C8-914B-9A06-3740525DCBCC}">
      <dgm:prSet custT="1"/>
      <dgm:spPr/>
      <dgm:t>
        <a:bodyPr anchor="ctr"/>
        <a:lstStyle/>
        <a:p>
          <a:pPr algn="l"/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Vector Search on preingested(worker based) structured schema embeddings</a:t>
          </a:r>
        </a:p>
      </dgm:t>
    </dgm:pt>
    <dgm:pt modelId="{226B06E2-211E-E54C-B911-FFD7D689C436}" type="parTrans" cxnId="{44AE1331-9F84-FE48-8239-8A14956B95EE}">
      <dgm:prSet/>
      <dgm:spPr/>
      <dgm:t>
        <a:bodyPr/>
        <a:lstStyle/>
        <a:p>
          <a:endParaRPr lang="en-GB"/>
        </a:p>
      </dgm:t>
    </dgm:pt>
    <dgm:pt modelId="{90CDF113-21AF-414B-B00E-1633F2635C3E}" type="sibTrans" cxnId="{44AE1331-9F84-FE48-8239-8A14956B95EE}">
      <dgm:prSet/>
      <dgm:spPr/>
      <dgm:t>
        <a:bodyPr/>
        <a:lstStyle/>
        <a:p>
          <a:endParaRPr lang="en-GB"/>
        </a:p>
      </dgm:t>
    </dgm:pt>
    <dgm:pt modelId="{EB1D9961-5E68-6D44-AEF2-AE128A3AA23E}">
      <dgm:prSet custT="1"/>
      <dgm:spPr/>
      <dgm:t>
        <a:bodyPr anchor="ctr"/>
        <a:lstStyle/>
        <a:p>
          <a:pPr rtl="0"/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DRY RUN with authorized functions with Read Only via Service Account</a:t>
          </a:r>
        </a:p>
      </dgm:t>
    </dgm:pt>
    <dgm:pt modelId="{DCA6BAC5-CB45-254A-B8A5-B1E63620CE33}" type="parTrans" cxnId="{502B721F-CF26-1449-8335-CE8588147CB2}">
      <dgm:prSet/>
      <dgm:spPr/>
      <dgm:t>
        <a:bodyPr/>
        <a:lstStyle/>
        <a:p>
          <a:endParaRPr lang="en-GB"/>
        </a:p>
      </dgm:t>
    </dgm:pt>
    <dgm:pt modelId="{142500AB-136E-0347-9996-38FFCD382E8D}" type="sibTrans" cxnId="{502B721F-CF26-1449-8335-CE8588147CB2}">
      <dgm:prSet/>
      <dgm:spPr/>
      <dgm:t>
        <a:bodyPr/>
        <a:lstStyle/>
        <a:p>
          <a:endParaRPr lang="en-GB"/>
        </a:p>
      </dgm:t>
    </dgm:pt>
    <dgm:pt modelId="{F40646E5-C211-AD4D-AED7-8E1EB3C01F76}">
      <dgm:prSet custT="1"/>
      <dgm:spPr/>
      <dgm:t>
        <a:bodyPr anchor="ctr"/>
        <a:lstStyle/>
        <a:p>
          <a:r>
            <a:rPr lang="en-FR" sz="1800" b="1" dirty="0">
              <a:latin typeface="Arial" panose="020B0604020202020204" pitchFamily="34" charset="0"/>
              <a:cs typeface="Arial" panose="020B0604020202020204" pitchFamily="34" charset="0"/>
            </a:rPr>
            <a:t>Transient Uploads</a:t>
          </a:r>
          <a:endParaRPr lang="en-GB" sz="18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991D813-8E05-1945-9FEF-49990B0DB200}" type="parTrans" cxnId="{79D1DF55-41AF-3F41-A4A4-D89BEA6C342C}">
      <dgm:prSet/>
      <dgm:spPr/>
      <dgm:t>
        <a:bodyPr/>
        <a:lstStyle/>
        <a:p>
          <a:endParaRPr lang="en-GB"/>
        </a:p>
      </dgm:t>
    </dgm:pt>
    <dgm:pt modelId="{8DAEBF5C-1B33-A047-BB16-FE83B20D9EEF}" type="sibTrans" cxnId="{79D1DF55-41AF-3F41-A4A4-D89BEA6C342C}">
      <dgm:prSet/>
      <dgm:spPr/>
      <dgm:t>
        <a:bodyPr/>
        <a:lstStyle/>
        <a:p>
          <a:endParaRPr lang="en-GB"/>
        </a:p>
      </dgm:t>
    </dgm:pt>
    <dgm:pt modelId="{0C8070B0-76D2-494C-8C76-50673931D4F3}">
      <dgm:prSet custT="1"/>
      <dgm:spPr/>
      <dgm:t>
        <a:bodyPr anchor="ctr"/>
        <a:lstStyle/>
        <a:p>
          <a:r>
            <a:rPr lang="en-FR" sz="1400" b="1" dirty="0">
              <a:latin typeface="Arial" panose="020B0604020202020204" pitchFamily="34" charset="0"/>
              <a:cs typeface="Arial" panose="020B0604020202020204" pitchFamily="34" charset="0"/>
            </a:rPr>
            <a:t>Presigned URL Upload</a:t>
          </a:r>
        </a:p>
        <a:p>
          <a:r>
            <a:rPr lang="en-GB" sz="1400" b="0" i="0" u="none" dirty="0">
              <a:latin typeface="Arial" panose="020B0604020202020204" pitchFamily="34" charset="0"/>
              <a:cs typeface="Arial" panose="020B0604020202020204" pitchFamily="34" charset="0"/>
            </a:rPr>
            <a:t>Vertex AI Layout-Aware Chunking</a:t>
          </a:r>
          <a:endParaRPr lang="en-FR" sz="1400" b="1" dirty="0">
            <a:latin typeface="Arial" panose="020B0604020202020204" pitchFamily="34" charset="0"/>
            <a:cs typeface="Arial" panose="020B0604020202020204" pitchFamily="34" charset="0"/>
          </a:endParaRPr>
        </a:p>
        <a:p>
          <a:r>
            <a:rPr lang="en-GB" sz="1400" b="0" i="0" u="none" dirty="0">
              <a:latin typeface="Arial" panose="020B0604020202020204" pitchFamily="34" charset="0"/>
              <a:cs typeface="Arial" panose="020B0604020202020204" pitchFamily="34" charset="0"/>
            </a:rPr>
            <a:t>text-embedding-004</a:t>
          </a:r>
          <a:endParaRPr lang="en-FR" sz="1400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9A4D1A7-5936-CB45-81A7-66657371AB9C}" type="parTrans" cxnId="{87526634-66A5-AA42-855D-B2CF736E0561}">
      <dgm:prSet/>
      <dgm:spPr/>
      <dgm:t>
        <a:bodyPr/>
        <a:lstStyle/>
        <a:p>
          <a:endParaRPr lang="en-GB"/>
        </a:p>
      </dgm:t>
    </dgm:pt>
    <dgm:pt modelId="{C18031C1-0C30-7944-BBB2-131F540B76D0}" type="sibTrans" cxnId="{87526634-66A5-AA42-855D-B2CF736E0561}">
      <dgm:prSet/>
      <dgm:spPr/>
      <dgm:t>
        <a:bodyPr/>
        <a:lstStyle/>
        <a:p>
          <a:endParaRPr lang="en-GB"/>
        </a:p>
      </dgm:t>
    </dgm:pt>
    <dgm:pt modelId="{C791A2BF-5116-7943-9669-A9D5FD1B15B2}">
      <dgm:prSet custT="1"/>
      <dgm:spPr/>
      <dgm:t>
        <a:bodyPr anchor="ctr"/>
        <a:lstStyle/>
        <a:p>
          <a:r>
            <a:rPr lang="en-GB" sz="1400" b="0" i="0" u="none" dirty="0">
              <a:latin typeface="Arial" panose="020B0604020202020204" pitchFamily="34" charset="0"/>
              <a:cs typeface="Arial" panose="020B0604020202020204" pitchFamily="34" charset="0"/>
            </a:rPr>
            <a:t>Vertex AI RAG Engine configured for Semantic Chunking</a:t>
          </a:r>
          <a:endParaRPr lang="en-FR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0A0C1B9-5041-8C4E-9474-647C323F24E1}" type="parTrans" cxnId="{8CDC34EA-4AFE-4246-9E4E-FF2780D45A81}">
      <dgm:prSet/>
      <dgm:spPr/>
      <dgm:t>
        <a:bodyPr/>
        <a:lstStyle/>
        <a:p>
          <a:endParaRPr lang="en-GB"/>
        </a:p>
      </dgm:t>
    </dgm:pt>
    <dgm:pt modelId="{2460C78B-1CCE-9D45-A42F-053F43E0C23A}" type="sibTrans" cxnId="{8CDC34EA-4AFE-4246-9E4E-FF2780D45A81}">
      <dgm:prSet/>
      <dgm:spPr/>
      <dgm:t>
        <a:bodyPr/>
        <a:lstStyle/>
        <a:p>
          <a:endParaRPr lang="en-GB"/>
        </a:p>
      </dgm:t>
    </dgm:pt>
    <dgm:pt modelId="{B774C3E5-5229-844F-B701-28A551A19A1C}" type="pres">
      <dgm:prSet presAssocID="{0CEB3C95-D5B1-8640-A2B2-E1D3525DB0AA}" presName="vert0" presStyleCnt="0">
        <dgm:presLayoutVars>
          <dgm:dir/>
          <dgm:animOne val="branch"/>
          <dgm:animLvl val="lvl"/>
        </dgm:presLayoutVars>
      </dgm:prSet>
      <dgm:spPr/>
    </dgm:pt>
    <dgm:pt modelId="{C189736F-8C90-8443-854E-79B8B4E56770}" type="pres">
      <dgm:prSet presAssocID="{1445BE61-1A71-D441-BB08-36869D9DA74B}" presName="thickLine" presStyleLbl="alignNode1" presStyleIdx="0" presStyleCnt="3"/>
      <dgm:spPr/>
    </dgm:pt>
    <dgm:pt modelId="{6FFCDC98-A9C4-E741-B3F1-50CD6F2A99B2}" type="pres">
      <dgm:prSet presAssocID="{1445BE61-1A71-D441-BB08-36869D9DA74B}" presName="horz1" presStyleCnt="0"/>
      <dgm:spPr/>
    </dgm:pt>
    <dgm:pt modelId="{10F691AE-9FE1-F241-8D52-76FE975FFE21}" type="pres">
      <dgm:prSet presAssocID="{1445BE61-1A71-D441-BB08-36869D9DA74B}" presName="tx1" presStyleLbl="revTx" presStyleIdx="0" presStyleCnt="10"/>
      <dgm:spPr/>
    </dgm:pt>
    <dgm:pt modelId="{0B52FCF2-3CB2-AC40-A936-2988CFE5DE49}" type="pres">
      <dgm:prSet presAssocID="{1445BE61-1A71-D441-BB08-36869D9DA74B}" presName="vert1" presStyleCnt="0"/>
      <dgm:spPr/>
    </dgm:pt>
    <dgm:pt modelId="{103B8ADD-82A3-554A-80AA-C23E6557E5E3}" type="pres">
      <dgm:prSet presAssocID="{2B17F85B-9DCE-F442-811B-49C5C1C03142}" presName="vertSpace2a" presStyleCnt="0"/>
      <dgm:spPr/>
    </dgm:pt>
    <dgm:pt modelId="{68AACB8E-22E1-BE45-A286-0CB0A33146F2}" type="pres">
      <dgm:prSet presAssocID="{2B17F85B-9DCE-F442-811B-49C5C1C03142}" presName="horz2" presStyleCnt="0"/>
      <dgm:spPr/>
    </dgm:pt>
    <dgm:pt modelId="{9CA1891C-4540-384D-9656-31471B29156D}" type="pres">
      <dgm:prSet presAssocID="{2B17F85B-9DCE-F442-811B-49C5C1C03142}" presName="horzSpace2" presStyleCnt="0"/>
      <dgm:spPr/>
    </dgm:pt>
    <dgm:pt modelId="{4FE005C8-62EE-1942-86B1-1D71E258808C}" type="pres">
      <dgm:prSet presAssocID="{2B17F85B-9DCE-F442-811B-49C5C1C03142}" presName="tx2" presStyleLbl="revTx" presStyleIdx="1" presStyleCnt="10"/>
      <dgm:spPr/>
    </dgm:pt>
    <dgm:pt modelId="{137A1831-6B7F-7149-B3A8-79306C9E76DD}" type="pres">
      <dgm:prSet presAssocID="{2B17F85B-9DCE-F442-811B-49C5C1C03142}" presName="vert2" presStyleCnt="0"/>
      <dgm:spPr/>
    </dgm:pt>
    <dgm:pt modelId="{FA2D4A3C-D554-C144-8E5E-0D51FEB2D60C}" type="pres">
      <dgm:prSet presAssocID="{A9FA1E2B-86A8-A945-99C9-3786207CD0AD}" presName="horz3" presStyleCnt="0"/>
      <dgm:spPr/>
    </dgm:pt>
    <dgm:pt modelId="{C36271C3-7CBE-D54A-AC08-A8F1E2DDA186}" type="pres">
      <dgm:prSet presAssocID="{A9FA1E2B-86A8-A945-99C9-3786207CD0AD}" presName="horzSpace3" presStyleCnt="0"/>
      <dgm:spPr/>
    </dgm:pt>
    <dgm:pt modelId="{510377C0-0A33-FC48-A73F-4BF7DAD4B721}" type="pres">
      <dgm:prSet presAssocID="{A9FA1E2B-86A8-A945-99C9-3786207CD0AD}" presName="tx3" presStyleLbl="revTx" presStyleIdx="2" presStyleCnt="10"/>
      <dgm:spPr/>
    </dgm:pt>
    <dgm:pt modelId="{C0D5164F-8AEB-3E44-8266-F312AABB366E}" type="pres">
      <dgm:prSet presAssocID="{A9FA1E2B-86A8-A945-99C9-3786207CD0AD}" presName="vert3" presStyleCnt="0"/>
      <dgm:spPr/>
    </dgm:pt>
    <dgm:pt modelId="{9287A90A-12FF-EC4B-9E93-6EAB40EC5A30}" type="pres">
      <dgm:prSet presAssocID="{2B17F85B-9DCE-F442-811B-49C5C1C03142}" presName="thinLine2b" presStyleLbl="callout" presStyleIdx="0" presStyleCnt="4"/>
      <dgm:spPr/>
    </dgm:pt>
    <dgm:pt modelId="{8F49FE0D-36DD-F54A-84F3-6CAF1FB90D56}" type="pres">
      <dgm:prSet presAssocID="{2B17F85B-9DCE-F442-811B-49C5C1C03142}" presName="vertSpace2b" presStyleCnt="0"/>
      <dgm:spPr/>
    </dgm:pt>
    <dgm:pt modelId="{454953A8-2551-4C49-8C97-5DDE029DD9D8}" type="pres">
      <dgm:prSet presAssocID="{6C9AAA89-A711-294C-81FC-D7A428CDCD4D}" presName="thickLine" presStyleLbl="alignNode1" presStyleIdx="1" presStyleCnt="3"/>
      <dgm:spPr/>
    </dgm:pt>
    <dgm:pt modelId="{7ACF3CB4-21BF-6948-A54D-2470EB991354}" type="pres">
      <dgm:prSet presAssocID="{6C9AAA89-A711-294C-81FC-D7A428CDCD4D}" presName="horz1" presStyleCnt="0"/>
      <dgm:spPr/>
    </dgm:pt>
    <dgm:pt modelId="{C45945EB-B846-894A-A77A-4CDBAC1EE207}" type="pres">
      <dgm:prSet presAssocID="{6C9AAA89-A711-294C-81FC-D7A428CDCD4D}" presName="tx1" presStyleLbl="revTx" presStyleIdx="3" presStyleCnt="10"/>
      <dgm:spPr/>
    </dgm:pt>
    <dgm:pt modelId="{CF88AA9A-CDEF-FF49-95F4-A66C25079FC4}" type="pres">
      <dgm:prSet presAssocID="{6C9AAA89-A711-294C-81FC-D7A428CDCD4D}" presName="vert1" presStyleCnt="0"/>
      <dgm:spPr/>
    </dgm:pt>
    <dgm:pt modelId="{36BC91A5-50C8-CC48-936D-BEC0328C0480}" type="pres">
      <dgm:prSet presAssocID="{EBAB6EB4-0B21-7B42-9150-8DDF59AE940C}" presName="vertSpace2a" presStyleCnt="0"/>
      <dgm:spPr/>
    </dgm:pt>
    <dgm:pt modelId="{18CD8F75-43A4-174C-8CEB-E79CFBA0FC2E}" type="pres">
      <dgm:prSet presAssocID="{EBAB6EB4-0B21-7B42-9150-8DDF59AE940C}" presName="horz2" presStyleCnt="0"/>
      <dgm:spPr/>
    </dgm:pt>
    <dgm:pt modelId="{2900C557-CA1A-6448-BF7E-53359957BF9E}" type="pres">
      <dgm:prSet presAssocID="{EBAB6EB4-0B21-7B42-9150-8DDF59AE940C}" presName="horzSpace2" presStyleCnt="0"/>
      <dgm:spPr/>
    </dgm:pt>
    <dgm:pt modelId="{B15E3372-B4C3-E84C-BDB2-0DCCC4925E1B}" type="pres">
      <dgm:prSet presAssocID="{EBAB6EB4-0B21-7B42-9150-8DDF59AE940C}" presName="tx2" presStyleLbl="revTx" presStyleIdx="4" presStyleCnt="10"/>
      <dgm:spPr/>
    </dgm:pt>
    <dgm:pt modelId="{0BF4818D-11D5-AE47-AB7A-E9E990D188B1}" type="pres">
      <dgm:prSet presAssocID="{EBAB6EB4-0B21-7B42-9150-8DDF59AE940C}" presName="vert2" presStyleCnt="0"/>
      <dgm:spPr/>
    </dgm:pt>
    <dgm:pt modelId="{D04FF4C9-DE3D-E742-8C97-7CB243D77EFE}" type="pres">
      <dgm:prSet presAssocID="{C5A5EC17-22C8-914B-9A06-3740525DCBCC}" presName="horz3" presStyleCnt="0"/>
      <dgm:spPr/>
    </dgm:pt>
    <dgm:pt modelId="{60B1CF50-8409-8C40-95C5-A96A17E664D4}" type="pres">
      <dgm:prSet presAssocID="{C5A5EC17-22C8-914B-9A06-3740525DCBCC}" presName="horzSpace3" presStyleCnt="0"/>
      <dgm:spPr/>
    </dgm:pt>
    <dgm:pt modelId="{ECBD077E-5488-CC4F-91E7-5EA5D45AF499}" type="pres">
      <dgm:prSet presAssocID="{C5A5EC17-22C8-914B-9A06-3740525DCBCC}" presName="tx3" presStyleLbl="revTx" presStyleIdx="5" presStyleCnt="10"/>
      <dgm:spPr/>
    </dgm:pt>
    <dgm:pt modelId="{9F12AF7C-BD38-2F4D-A596-90D0F5446158}" type="pres">
      <dgm:prSet presAssocID="{C5A5EC17-22C8-914B-9A06-3740525DCBCC}" presName="vert3" presStyleCnt="0"/>
      <dgm:spPr/>
    </dgm:pt>
    <dgm:pt modelId="{7953E117-2E1F-1949-A5D2-763E2668CE41}" type="pres">
      <dgm:prSet presAssocID="{90CDF113-21AF-414B-B00E-1633F2635C3E}" presName="thinLine3" presStyleLbl="callout" presStyleIdx="1" presStyleCnt="4"/>
      <dgm:spPr/>
    </dgm:pt>
    <dgm:pt modelId="{07E5118D-39C6-C24C-8BFD-12DF6A9AB81A}" type="pres">
      <dgm:prSet presAssocID="{EB1D9961-5E68-6D44-AEF2-AE128A3AA23E}" presName="horz3" presStyleCnt="0"/>
      <dgm:spPr/>
    </dgm:pt>
    <dgm:pt modelId="{56E996CB-0222-2545-A7F6-204D30419C6B}" type="pres">
      <dgm:prSet presAssocID="{EB1D9961-5E68-6D44-AEF2-AE128A3AA23E}" presName="horzSpace3" presStyleCnt="0"/>
      <dgm:spPr/>
    </dgm:pt>
    <dgm:pt modelId="{494E5A73-50E1-E046-BEE4-4939F5D05B0A}" type="pres">
      <dgm:prSet presAssocID="{EB1D9961-5E68-6D44-AEF2-AE128A3AA23E}" presName="tx3" presStyleLbl="revTx" presStyleIdx="6" presStyleCnt="10"/>
      <dgm:spPr/>
    </dgm:pt>
    <dgm:pt modelId="{C5E692DA-DCD0-994F-AD68-82E320F87E5B}" type="pres">
      <dgm:prSet presAssocID="{EB1D9961-5E68-6D44-AEF2-AE128A3AA23E}" presName="vert3" presStyleCnt="0"/>
      <dgm:spPr/>
    </dgm:pt>
    <dgm:pt modelId="{1E1E0AE3-04EB-594A-B95C-6D22D7E469DD}" type="pres">
      <dgm:prSet presAssocID="{EBAB6EB4-0B21-7B42-9150-8DDF59AE940C}" presName="thinLine2b" presStyleLbl="callout" presStyleIdx="2" presStyleCnt="4"/>
      <dgm:spPr/>
    </dgm:pt>
    <dgm:pt modelId="{BBBDEBF4-AB8A-1043-9C6D-B101B8DE2423}" type="pres">
      <dgm:prSet presAssocID="{EBAB6EB4-0B21-7B42-9150-8DDF59AE940C}" presName="vertSpace2b" presStyleCnt="0"/>
      <dgm:spPr/>
    </dgm:pt>
    <dgm:pt modelId="{8F9CC239-A7DE-E54C-A789-992F5A03BC38}" type="pres">
      <dgm:prSet presAssocID="{F40646E5-C211-AD4D-AED7-8E1EB3C01F76}" presName="thickLine" presStyleLbl="alignNode1" presStyleIdx="2" presStyleCnt="3"/>
      <dgm:spPr/>
    </dgm:pt>
    <dgm:pt modelId="{9C534595-CAEE-D04A-AB39-AE1DE2C4B612}" type="pres">
      <dgm:prSet presAssocID="{F40646E5-C211-AD4D-AED7-8E1EB3C01F76}" presName="horz1" presStyleCnt="0"/>
      <dgm:spPr/>
    </dgm:pt>
    <dgm:pt modelId="{EB5DA69C-85A8-6749-A8C7-58C67F023D73}" type="pres">
      <dgm:prSet presAssocID="{F40646E5-C211-AD4D-AED7-8E1EB3C01F76}" presName="tx1" presStyleLbl="revTx" presStyleIdx="7" presStyleCnt="10"/>
      <dgm:spPr/>
    </dgm:pt>
    <dgm:pt modelId="{2A860537-25B1-5A4F-8F9C-61D4125C0ACD}" type="pres">
      <dgm:prSet presAssocID="{F40646E5-C211-AD4D-AED7-8E1EB3C01F76}" presName="vert1" presStyleCnt="0"/>
      <dgm:spPr/>
    </dgm:pt>
    <dgm:pt modelId="{57932D49-704C-BD43-AF45-6B07546FB393}" type="pres">
      <dgm:prSet presAssocID="{0C8070B0-76D2-494C-8C76-50673931D4F3}" presName="vertSpace2a" presStyleCnt="0"/>
      <dgm:spPr/>
    </dgm:pt>
    <dgm:pt modelId="{D674A047-C977-C545-9F66-E01E3278FAA7}" type="pres">
      <dgm:prSet presAssocID="{0C8070B0-76D2-494C-8C76-50673931D4F3}" presName="horz2" presStyleCnt="0"/>
      <dgm:spPr/>
    </dgm:pt>
    <dgm:pt modelId="{9E4707E7-2AD2-1143-B77C-A286D97BA3F7}" type="pres">
      <dgm:prSet presAssocID="{0C8070B0-76D2-494C-8C76-50673931D4F3}" presName="horzSpace2" presStyleCnt="0"/>
      <dgm:spPr/>
    </dgm:pt>
    <dgm:pt modelId="{6356A214-3C79-5E4B-A88A-3F3A7C7494D7}" type="pres">
      <dgm:prSet presAssocID="{0C8070B0-76D2-494C-8C76-50673931D4F3}" presName="tx2" presStyleLbl="revTx" presStyleIdx="8" presStyleCnt="10"/>
      <dgm:spPr/>
    </dgm:pt>
    <dgm:pt modelId="{D52A674C-5266-6A4F-85A1-8B1F0DDC16D8}" type="pres">
      <dgm:prSet presAssocID="{0C8070B0-76D2-494C-8C76-50673931D4F3}" presName="vert2" presStyleCnt="0"/>
      <dgm:spPr/>
    </dgm:pt>
    <dgm:pt modelId="{AB8D7AC9-0E6C-7E47-AB3A-CE284FFC7E60}" type="pres">
      <dgm:prSet presAssocID="{C791A2BF-5116-7943-9669-A9D5FD1B15B2}" presName="horz3" presStyleCnt="0"/>
      <dgm:spPr/>
    </dgm:pt>
    <dgm:pt modelId="{12682030-81DC-E648-8603-EA7218306C73}" type="pres">
      <dgm:prSet presAssocID="{C791A2BF-5116-7943-9669-A9D5FD1B15B2}" presName="horzSpace3" presStyleCnt="0"/>
      <dgm:spPr/>
    </dgm:pt>
    <dgm:pt modelId="{36DFBE70-55C8-5646-8719-8D3030A449F8}" type="pres">
      <dgm:prSet presAssocID="{C791A2BF-5116-7943-9669-A9D5FD1B15B2}" presName="tx3" presStyleLbl="revTx" presStyleIdx="9" presStyleCnt="10"/>
      <dgm:spPr/>
    </dgm:pt>
    <dgm:pt modelId="{17DBAC41-A057-D242-913D-77B836FD43C7}" type="pres">
      <dgm:prSet presAssocID="{C791A2BF-5116-7943-9669-A9D5FD1B15B2}" presName="vert3" presStyleCnt="0"/>
      <dgm:spPr/>
    </dgm:pt>
    <dgm:pt modelId="{ABAE74A8-6076-ED48-AFED-7B01A135C5DC}" type="pres">
      <dgm:prSet presAssocID="{0C8070B0-76D2-494C-8C76-50673931D4F3}" presName="thinLine2b" presStyleLbl="callout" presStyleIdx="3" presStyleCnt="4"/>
      <dgm:spPr/>
    </dgm:pt>
    <dgm:pt modelId="{3B1C95E4-4F19-4646-AB6A-86BF29713DE6}" type="pres">
      <dgm:prSet presAssocID="{0C8070B0-76D2-494C-8C76-50673931D4F3}" presName="vertSpace2b" presStyleCnt="0"/>
      <dgm:spPr/>
    </dgm:pt>
  </dgm:ptLst>
  <dgm:cxnLst>
    <dgm:cxn modelId="{F9988505-7D1A-3047-AA72-1565E74BA43D}" type="presOf" srcId="{6C9AAA89-A711-294C-81FC-D7A428CDCD4D}" destId="{C45945EB-B846-894A-A77A-4CDBAC1EE207}" srcOrd="0" destOrd="0" presId="urn:microsoft.com/office/officeart/2008/layout/LinedList"/>
    <dgm:cxn modelId="{502B721F-CF26-1449-8335-CE8588147CB2}" srcId="{EBAB6EB4-0B21-7B42-9150-8DDF59AE940C}" destId="{EB1D9961-5E68-6D44-AEF2-AE128A3AA23E}" srcOrd="1" destOrd="0" parTransId="{DCA6BAC5-CB45-254A-B8A5-B1E63620CE33}" sibTransId="{142500AB-136E-0347-9996-38FFCD382E8D}"/>
    <dgm:cxn modelId="{44AE1331-9F84-FE48-8239-8A14956B95EE}" srcId="{EBAB6EB4-0B21-7B42-9150-8DDF59AE940C}" destId="{C5A5EC17-22C8-914B-9A06-3740525DCBCC}" srcOrd="0" destOrd="0" parTransId="{226B06E2-211E-E54C-B911-FFD7D689C436}" sibTransId="{90CDF113-21AF-414B-B00E-1633F2635C3E}"/>
    <dgm:cxn modelId="{87526634-66A5-AA42-855D-B2CF736E0561}" srcId="{F40646E5-C211-AD4D-AED7-8E1EB3C01F76}" destId="{0C8070B0-76D2-494C-8C76-50673931D4F3}" srcOrd="0" destOrd="0" parTransId="{D9A4D1A7-5936-CB45-81A7-66657371AB9C}" sibTransId="{C18031C1-0C30-7944-BBB2-131F540B76D0}"/>
    <dgm:cxn modelId="{FE339737-A9E4-A848-9AB1-F2BF9D66B794}" type="presOf" srcId="{0CEB3C95-D5B1-8640-A2B2-E1D3525DB0AA}" destId="{B774C3E5-5229-844F-B701-28A551A19A1C}" srcOrd="0" destOrd="0" presId="urn:microsoft.com/office/officeart/2008/layout/LinedList"/>
    <dgm:cxn modelId="{37CB463A-4268-3C4C-A985-22EA28523E4F}" type="presOf" srcId="{EBAB6EB4-0B21-7B42-9150-8DDF59AE940C}" destId="{B15E3372-B4C3-E84C-BDB2-0DCCC4925E1B}" srcOrd="0" destOrd="0" presId="urn:microsoft.com/office/officeart/2008/layout/LinedList"/>
    <dgm:cxn modelId="{0106B53E-CAA3-E949-AEDC-938693F40924}" srcId="{0CEB3C95-D5B1-8640-A2B2-E1D3525DB0AA}" destId="{1445BE61-1A71-D441-BB08-36869D9DA74B}" srcOrd="0" destOrd="0" parTransId="{7BEF2FA9-5AB3-2B4B-9E53-AB951A7066DB}" sibTransId="{0F23C49B-0BA3-504C-8AB8-E51221722A5E}"/>
    <dgm:cxn modelId="{50787355-2F14-6247-9970-55A807276B2C}" type="presOf" srcId="{A9FA1E2B-86A8-A945-99C9-3786207CD0AD}" destId="{510377C0-0A33-FC48-A73F-4BF7DAD4B721}" srcOrd="0" destOrd="0" presId="urn:microsoft.com/office/officeart/2008/layout/LinedList"/>
    <dgm:cxn modelId="{79D1DF55-41AF-3F41-A4A4-D89BEA6C342C}" srcId="{0CEB3C95-D5B1-8640-A2B2-E1D3525DB0AA}" destId="{F40646E5-C211-AD4D-AED7-8E1EB3C01F76}" srcOrd="2" destOrd="0" parTransId="{D991D813-8E05-1945-9FEF-49990B0DB200}" sibTransId="{8DAEBF5C-1B33-A047-BB16-FE83B20D9EEF}"/>
    <dgm:cxn modelId="{069FEC58-D47A-F74F-B857-E06BB3473202}" type="presOf" srcId="{C791A2BF-5116-7943-9669-A9D5FD1B15B2}" destId="{36DFBE70-55C8-5646-8719-8D3030A449F8}" srcOrd="0" destOrd="0" presId="urn:microsoft.com/office/officeart/2008/layout/LinedList"/>
    <dgm:cxn modelId="{51370D68-8DF4-0A4F-AE30-6FDD6BEE029D}" srcId="{0CEB3C95-D5B1-8640-A2B2-E1D3525DB0AA}" destId="{6C9AAA89-A711-294C-81FC-D7A428CDCD4D}" srcOrd="1" destOrd="0" parTransId="{B34DBC6F-C5FC-A74A-9D78-049AA2BFD777}" sibTransId="{A72C7C9A-2DA3-3648-9877-412CEE624239}"/>
    <dgm:cxn modelId="{F288CE6E-F39C-EE4E-A14A-571089B90686}" type="presOf" srcId="{0C8070B0-76D2-494C-8C76-50673931D4F3}" destId="{6356A214-3C79-5E4B-A88A-3F3A7C7494D7}" srcOrd="0" destOrd="0" presId="urn:microsoft.com/office/officeart/2008/layout/LinedList"/>
    <dgm:cxn modelId="{DE788870-B7FC-5144-927E-D1EBE9319799}" srcId="{1445BE61-1A71-D441-BB08-36869D9DA74B}" destId="{2B17F85B-9DCE-F442-811B-49C5C1C03142}" srcOrd="0" destOrd="0" parTransId="{C29A775D-FFF6-6E42-8349-39DED8B8AF70}" sibTransId="{98261EFA-79EB-7E48-928C-3B5A164D4BBF}"/>
    <dgm:cxn modelId="{397B5472-C915-684E-9F17-F7E12FBC4AC7}" type="presOf" srcId="{2B17F85B-9DCE-F442-811B-49C5C1C03142}" destId="{4FE005C8-62EE-1942-86B1-1D71E258808C}" srcOrd="0" destOrd="0" presId="urn:microsoft.com/office/officeart/2008/layout/LinedList"/>
    <dgm:cxn modelId="{412A537B-CFDD-6546-A936-95C1DF95CABA}" type="presOf" srcId="{F40646E5-C211-AD4D-AED7-8E1EB3C01F76}" destId="{EB5DA69C-85A8-6749-A8C7-58C67F023D73}" srcOrd="0" destOrd="0" presId="urn:microsoft.com/office/officeart/2008/layout/LinedList"/>
    <dgm:cxn modelId="{1A567D7E-DD95-5947-BD21-A58A371A478D}" type="presOf" srcId="{1445BE61-1A71-D441-BB08-36869D9DA74B}" destId="{10F691AE-9FE1-F241-8D52-76FE975FFE21}" srcOrd="0" destOrd="0" presId="urn:microsoft.com/office/officeart/2008/layout/LinedList"/>
    <dgm:cxn modelId="{608EECA1-2190-7D44-AC1F-C24FCA9FF479}" srcId="{6C9AAA89-A711-294C-81FC-D7A428CDCD4D}" destId="{EBAB6EB4-0B21-7B42-9150-8DDF59AE940C}" srcOrd="0" destOrd="0" parTransId="{7AC01849-7935-D449-8278-EB87AC12C286}" sibTransId="{2F4F1EEF-A569-514C-8827-5896CD708B7C}"/>
    <dgm:cxn modelId="{709F33E1-07BF-3040-9BA1-D58A9460B5C3}" type="presOf" srcId="{C5A5EC17-22C8-914B-9A06-3740525DCBCC}" destId="{ECBD077E-5488-CC4F-91E7-5EA5D45AF499}" srcOrd="0" destOrd="0" presId="urn:microsoft.com/office/officeart/2008/layout/LinedList"/>
    <dgm:cxn modelId="{8CDC34EA-4AFE-4246-9E4E-FF2780D45A81}" srcId="{0C8070B0-76D2-494C-8C76-50673931D4F3}" destId="{C791A2BF-5116-7943-9669-A9D5FD1B15B2}" srcOrd="0" destOrd="0" parTransId="{D0A0C1B9-5041-8C4E-9474-647C323F24E1}" sibTransId="{2460C78B-1CCE-9D45-A42F-053F43E0C23A}"/>
    <dgm:cxn modelId="{E6CDC1F0-24E7-E541-8F34-A2B52BB15B29}" type="presOf" srcId="{EB1D9961-5E68-6D44-AEF2-AE128A3AA23E}" destId="{494E5A73-50E1-E046-BEE4-4939F5D05B0A}" srcOrd="0" destOrd="0" presId="urn:microsoft.com/office/officeart/2008/layout/LinedList"/>
    <dgm:cxn modelId="{CEF402FC-C58D-154C-A4A9-5FC6A113BF53}" srcId="{2B17F85B-9DCE-F442-811B-49C5C1C03142}" destId="{A9FA1E2B-86A8-A945-99C9-3786207CD0AD}" srcOrd="0" destOrd="0" parTransId="{23D2FC7C-6BD4-8142-8F79-05CF53E6AE74}" sibTransId="{116E6322-C43F-6947-9830-29EFFDF1C656}"/>
    <dgm:cxn modelId="{5022C418-C5CE-0F48-A288-CD1021DA746C}" type="presParOf" srcId="{B774C3E5-5229-844F-B701-28A551A19A1C}" destId="{C189736F-8C90-8443-854E-79B8B4E56770}" srcOrd="0" destOrd="0" presId="urn:microsoft.com/office/officeart/2008/layout/LinedList"/>
    <dgm:cxn modelId="{9825A07D-0551-AD41-8525-7D696C36B131}" type="presParOf" srcId="{B774C3E5-5229-844F-B701-28A551A19A1C}" destId="{6FFCDC98-A9C4-E741-B3F1-50CD6F2A99B2}" srcOrd="1" destOrd="0" presId="urn:microsoft.com/office/officeart/2008/layout/LinedList"/>
    <dgm:cxn modelId="{4F2CF0F7-CE2D-0440-B703-685834402851}" type="presParOf" srcId="{6FFCDC98-A9C4-E741-B3F1-50CD6F2A99B2}" destId="{10F691AE-9FE1-F241-8D52-76FE975FFE21}" srcOrd="0" destOrd="0" presId="urn:microsoft.com/office/officeart/2008/layout/LinedList"/>
    <dgm:cxn modelId="{613A905F-20E8-F74A-B5B0-88CDA1C3A13A}" type="presParOf" srcId="{6FFCDC98-A9C4-E741-B3F1-50CD6F2A99B2}" destId="{0B52FCF2-3CB2-AC40-A936-2988CFE5DE49}" srcOrd="1" destOrd="0" presId="urn:microsoft.com/office/officeart/2008/layout/LinedList"/>
    <dgm:cxn modelId="{6BDB0EE0-2012-EC4C-976F-7CA968D007BB}" type="presParOf" srcId="{0B52FCF2-3CB2-AC40-A936-2988CFE5DE49}" destId="{103B8ADD-82A3-554A-80AA-C23E6557E5E3}" srcOrd="0" destOrd="0" presId="urn:microsoft.com/office/officeart/2008/layout/LinedList"/>
    <dgm:cxn modelId="{59C106A4-EB66-2548-85E6-E57C64EBEC62}" type="presParOf" srcId="{0B52FCF2-3CB2-AC40-A936-2988CFE5DE49}" destId="{68AACB8E-22E1-BE45-A286-0CB0A33146F2}" srcOrd="1" destOrd="0" presId="urn:microsoft.com/office/officeart/2008/layout/LinedList"/>
    <dgm:cxn modelId="{40456E95-B3C1-3447-8CEF-0A9485A7B724}" type="presParOf" srcId="{68AACB8E-22E1-BE45-A286-0CB0A33146F2}" destId="{9CA1891C-4540-384D-9656-31471B29156D}" srcOrd="0" destOrd="0" presId="urn:microsoft.com/office/officeart/2008/layout/LinedList"/>
    <dgm:cxn modelId="{5BAF4801-E5A3-A143-B612-E9E647B7AF85}" type="presParOf" srcId="{68AACB8E-22E1-BE45-A286-0CB0A33146F2}" destId="{4FE005C8-62EE-1942-86B1-1D71E258808C}" srcOrd="1" destOrd="0" presId="urn:microsoft.com/office/officeart/2008/layout/LinedList"/>
    <dgm:cxn modelId="{577AD0A0-DFC9-3F47-8DCE-7555A3573472}" type="presParOf" srcId="{68AACB8E-22E1-BE45-A286-0CB0A33146F2}" destId="{137A1831-6B7F-7149-B3A8-79306C9E76DD}" srcOrd="2" destOrd="0" presId="urn:microsoft.com/office/officeart/2008/layout/LinedList"/>
    <dgm:cxn modelId="{6E519DB1-B4C0-B84E-9724-BCFA76F95E3A}" type="presParOf" srcId="{137A1831-6B7F-7149-B3A8-79306C9E76DD}" destId="{FA2D4A3C-D554-C144-8E5E-0D51FEB2D60C}" srcOrd="0" destOrd="0" presId="urn:microsoft.com/office/officeart/2008/layout/LinedList"/>
    <dgm:cxn modelId="{651F32CE-A622-CA4A-9CD5-F983AC981120}" type="presParOf" srcId="{FA2D4A3C-D554-C144-8E5E-0D51FEB2D60C}" destId="{C36271C3-7CBE-D54A-AC08-A8F1E2DDA186}" srcOrd="0" destOrd="0" presId="urn:microsoft.com/office/officeart/2008/layout/LinedList"/>
    <dgm:cxn modelId="{257BAFF1-31FF-7840-8F2D-A114529C7FA4}" type="presParOf" srcId="{FA2D4A3C-D554-C144-8E5E-0D51FEB2D60C}" destId="{510377C0-0A33-FC48-A73F-4BF7DAD4B721}" srcOrd="1" destOrd="0" presId="urn:microsoft.com/office/officeart/2008/layout/LinedList"/>
    <dgm:cxn modelId="{79607FD3-B7A4-534D-9747-96E2897C9EB1}" type="presParOf" srcId="{FA2D4A3C-D554-C144-8E5E-0D51FEB2D60C}" destId="{C0D5164F-8AEB-3E44-8266-F312AABB366E}" srcOrd="2" destOrd="0" presId="urn:microsoft.com/office/officeart/2008/layout/LinedList"/>
    <dgm:cxn modelId="{635EF7AA-A1B1-9F4F-8FE7-AE0FB11C607D}" type="presParOf" srcId="{0B52FCF2-3CB2-AC40-A936-2988CFE5DE49}" destId="{9287A90A-12FF-EC4B-9E93-6EAB40EC5A30}" srcOrd="2" destOrd="0" presId="urn:microsoft.com/office/officeart/2008/layout/LinedList"/>
    <dgm:cxn modelId="{383E98EB-CF66-D44D-8A5C-B06DD0AF6F76}" type="presParOf" srcId="{0B52FCF2-3CB2-AC40-A936-2988CFE5DE49}" destId="{8F49FE0D-36DD-F54A-84F3-6CAF1FB90D56}" srcOrd="3" destOrd="0" presId="urn:microsoft.com/office/officeart/2008/layout/LinedList"/>
    <dgm:cxn modelId="{945D9E35-6605-E240-875C-4A3CDDB8B87D}" type="presParOf" srcId="{B774C3E5-5229-844F-B701-28A551A19A1C}" destId="{454953A8-2551-4C49-8C97-5DDE029DD9D8}" srcOrd="2" destOrd="0" presId="urn:microsoft.com/office/officeart/2008/layout/LinedList"/>
    <dgm:cxn modelId="{F62BAAC8-A334-B04C-9B00-8D95A859C741}" type="presParOf" srcId="{B774C3E5-5229-844F-B701-28A551A19A1C}" destId="{7ACF3CB4-21BF-6948-A54D-2470EB991354}" srcOrd="3" destOrd="0" presId="urn:microsoft.com/office/officeart/2008/layout/LinedList"/>
    <dgm:cxn modelId="{C36113EA-AF2B-364E-82CA-923FB9A799E5}" type="presParOf" srcId="{7ACF3CB4-21BF-6948-A54D-2470EB991354}" destId="{C45945EB-B846-894A-A77A-4CDBAC1EE207}" srcOrd="0" destOrd="0" presId="urn:microsoft.com/office/officeart/2008/layout/LinedList"/>
    <dgm:cxn modelId="{E21C1C00-0271-8942-B41C-1A57E675A171}" type="presParOf" srcId="{7ACF3CB4-21BF-6948-A54D-2470EB991354}" destId="{CF88AA9A-CDEF-FF49-95F4-A66C25079FC4}" srcOrd="1" destOrd="0" presId="urn:microsoft.com/office/officeart/2008/layout/LinedList"/>
    <dgm:cxn modelId="{3103805D-1F84-D441-8636-01907A31553C}" type="presParOf" srcId="{CF88AA9A-CDEF-FF49-95F4-A66C25079FC4}" destId="{36BC91A5-50C8-CC48-936D-BEC0328C0480}" srcOrd="0" destOrd="0" presId="urn:microsoft.com/office/officeart/2008/layout/LinedList"/>
    <dgm:cxn modelId="{F1A4D706-5ECA-C049-A898-5043013ACC79}" type="presParOf" srcId="{CF88AA9A-CDEF-FF49-95F4-A66C25079FC4}" destId="{18CD8F75-43A4-174C-8CEB-E79CFBA0FC2E}" srcOrd="1" destOrd="0" presId="urn:microsoft.com/office/officeart/2008/layout/LinedList"/>
    <dgm:cxn modelId="{32F7249D-8EBD-8347-B098-98C2DA0E8902}" type="presParOf" srcId="{18CD8F75-43A4-174C-8CEB-E79CFBA0FC2E}" destId="{2900C557-CA1A-6448-BF7E-53359957BF9E}" srcOrd="0" destOrd="0" presId="urn:microsoft.com/office/officeart/2008/layout/LinedList"/>
    <dgm:cxn modelId="{36C240CB-919C-A34F-8D90-87C407EEAF2C}" type="presParOf" srcId="{18CD8F75-43A4-174C-8CEB-E79CFBA0FC2E}" destId="{B15E3372-B4C3-E84C-BDB2-0DCCC4925E1B}" srcOrd="1" destOrd="0" presId="urn:microsoft.com/office/officeart/2008/layout/LinedList"/>
    <dgm:cxn modelId="{17B6758D-C523-4D4B-B186-C9DAF43C466C}" type="presParOf" srcId="{18CD8F75-43A4-174C-8CEB-E79CFBA0FC2E}" destId="{0BF4818D-11D5-AE47-AB7A-E9E990D188B1}" srcOrd="2" destOrd="0" presId="urn:microsoft.com/office/officeart/2008/layout/LinedList"/>
    <dgm:cxn modelId="{9295F99E-0B05-054D-87AE-FEFF2FD29FF0}" type="presParOf" srcId="{0BF4818D-11D5-AE47-AB7A-E9E990D188B1}" destId="{D04FF4C9-DE3D-E742-8C97-7CB243D77EFE}" srcOrd="0" destOrd="0" presId="urn:microsoft.com/office/officeart/2008/layout/LinedList"/>
    <dgm:cxn modelId="{0136C5A8-2CE8-F342-A0D8-6B585E2E228F}" type="presParOf" srcId="{D04FF4C9-DE3D-E742-8C97-7CB243D77EFE}" destId="{60B1CF50-8409-8C40-95C5-A96A17E664D4}" srcOrd="0" destOrd="0" presId="urn:microsoft.com/office/officeart/2008/layout/LinedList"/>
    <dgm:cxn modelId="{839B6096-6C47-D740-927B-B701AB76DB33}" type="presParOf" srcId="{D04FF4C9-DE3D-E742-8C97-7CB243D77EFE}" destId="{ECBD077E-5488-CC4F-91E7-5EA5D45AF499}" srcOrd="1" destOrd="0" presId="urn:microsoft.com/office/officeart/2008/layout/LinedList"/>
    <dgm:cxn modelId="{15342981-5A39-7C4D-9EBA-E858A4DC75D6}" type="presParOf" srcId="{D04FF4C9-DE3D-E742-8C97-7CB243D77EFE}" destId="{9F12AF7C-BD38-2F4D-A596-90D0F5446158}" srcOrd="2" destOrd="0" presId="urn:microsoft.com/office/officeart/2008/layout/LinedList"/>
    <dgm:cxn modelId="{74857E8B-ED4D-2D4D-9817-BC85B3162EBF}" type="presParOf" srcId="{0BF4818D-11D5-AE47-AB7A-E9E990D188B1}" destId="{7953E117-2E1F-1949-A5D2-763E2668CE41}" srcOrd="1" destOrd="0" presId="urn:microsoft.com/office/officeart/2008/layout/LinedList"/>
    <dgm:cxn modelId="{B83A953A-780B-CD43-BBD0-CBDCA032EDEB}" type="presParOf" srcId="{0BF4818D-11D5-AE47-AB7A-E9E990D188B1}" destId="{07E5118D-39C6-C24C-8BFD-12DF6A9AB81A}" srcOrd="2" destOrd="0" presId="urn:microsoft.com/office/officeart/2008/layout/LinedList"/>
    <dgm:cxn modelId="{496696FE-A965-2446-B117-A578AA906C02}" type="presParOf" srcId="{07E5118D-39C6-C24C-8BFD-12DF6A9AB81A}" destId="{56E996CB-0222-2545-A7F6-204D30419C6B}" srcOrd="0" destOrd="0" presId="urn:microsoft.com/office/officeart/2008/layout/LinedList"/>
    <dgm:cxn modelId="{1B98ACDA-EB28-5742-B6E2-12546E9402AE}" type="presParOf" srcId="{07E5118D-39C6-C24C-8BFD-12DF6A9AB81A}" destId="{494E5A73-50E1-E046-BEE4-4939F5D05B0A}" srcOrd="1" destOrd="0" presId="urn:microsoft.com/office/officeart/2008/layout/LinedList"/>
    <dgm:cxn modelId="{FA19412A-70A5-1045-8841-1FA1B64D946D}" type="presParOf" srcId="{07E5118D-39C6-C24C-8BFD-12DF6A9AB81A}" destId="{C5E692DA-DCD0-994F-AD68-82E320F87E5B}" srcOrd="2" destOrd="0" presId="urn:microsoft.com/office/officeart/2008/layout/LinedList"/>
    <dgm:cxn modelId="{450F4B86-FEBA-0444-A141-464189A48AC1}" type="presParOf" srcId="{CF88AA9A-CDEF-FF49-95F4-A66C25079FC4}" destId="{1E1E0AE3-04EB-594A-B95C-6D22D7E469DD}" srcOrd="2" destOrd="0" presId="urn:microsoft.com/office/officeart/2008/layout/LinedList"/>
    <dgm:cxn modelId="{B860EA40-9761-D546-A758-CF000B54950C}" type="presParOf" srcId="{CF88AA9A-CDEF-FF49-95F4-A66C25079FC4}" destId="{BBBDEBF4-AB8A-1043-9C6D-B101B8DE2423}" srcOrd="3" destOrd="0" presId="urn:microsoft.com/office/officeart/2008/layout/LinedList"/>
    <dgm:cxn modelId="{A7FD3692-97B2-9B4F-B67D-84E1F197D545}" type="presParOf" srcId="{B774C3E5-5229-844F-B701-28A551A19A1C}" destId="{8F9CC239-A7DE-E54C-A789-992F5A03BC38}" srcOrd="4" destOrd="0" presId="urn:microsoft.com/office/officeart/2008/layout/LinedList"/>
    <dgm:cxn modelId="{57F30E16-AD13-2A43-A132-DE1CB217D3A9}" type="presParOf" srcId="{B774C3E5-5229-844F-B701-28A551A19A1C}" destId="{9C534595-CAEE-D04A-AB39-AE1DE2C4B612}" srcOrd="5" destOrd="0" presId="urn:microsoft.com/office/officeart/2008/layout/LinedList"/>
    <dgm:cxn modelId="{285B7A9F-5479-944F-A4AD-2F873606DEEF}" type="presParOf" srcId="{9C534595-CAEE-D04A-AB39-AE1DE2C4B612}" destId="{EB5DA69C-85A8-6749-A8C7-58C67F023D73}" srcOrd="0" destOrd="0" presId="urn:microsoft.com/office/officeart/2008/layout/LinedList"/>
    <dgm:cxn modelId="{690102EF-A7B6-3C49-962F-9F500DFD3286}" type="presParOf" srcId="{9C534595-CAEE-D04A-AB39-AE1DE2C4B612}" destId="{2A860537-25B1-5A4F-8F9C-61D4125C0ACD}" srcOrd="1" destOrd="0" presId="urn:microsoft.com/office/officeart/2008/layout/LinedList"/>
    <dgm:cxn modelId="{114851C7-A19F-3A4D-9ADC-39FA55C51B2C}" type="presParOf" srcId="{2A860537-25B1-5A4F-8F9C-61D4125C0ACD}" destId="{57932D49-704C-BD43-AF45-6B07546FB393}" srcOrd="0" destOrd="0" presId="urn:microsoft.com/office/officeart/2008/layout/LinedList"/>
    <dgm:cxn modelId="{829C92E3-B339-8E42-9CA6-5A34F6D024D1}" type="presParOf" srcId="{2A860537-25B1-5A4F-8F9C-61D4125C0ACD}" destId="{D674A047-C977-C545-9F66-E01E3278FAA7}" srcOrd="1" destOrd="0" presId="urn:microsoft.com/office/officeart/2008/layout/LinedList"/>
    <dgm:cxn modelId="{A85E79F4-19AD-D742-8A8B-D4725252677D}" type="presParOf" srcId="{D674A047-C977-C545-9F66-E01E3278FAA7}" destId="{9E4707E7-2AD2-1143-B77C-A286D97BA3F7}" srcOrd="0" destOrd="0" presId="urn:microsoft.com/office/officeart/2008/layout/LinedList"/>
    <dgm:cxn modelId="{B229BFA9-020B-284F-B930-2489A8729FAE}" type="presParOf" srcId="{D674A047-C977-C545-9F66-E01E3278FAA7}" destId="{6356A214-3C79-5E4B-A88A-3F3A7C7494D7}" srcOrd="1" destOrd="0" presId="urn:microsoft.com/office/officeart/2008/layout/LinedList"/>
    <dgm:cxn modelId="{2EBA4A86-AC9F-A843-8585-9DEAE7B1B466}" type="presParOf" srcId="{D674A047-C977-C545-9F66-E01E3278FAA7}" destId="{D52A674C-5266-6A4F-85A1-8B1F0DDC16D8}" srcOrd="2" destOrd="0" presId="urn:microsoft.com/office/officeart/2008/layout/LinedList"/>
    <dgm:cxn modelId="{22EBACC0-40FE-B841-9C16-0AB38BCDC653}" type="presParOf" srcId="{D52A674C-5266-6A4F-85A1-8B1F0DDC16D8}" destId="{AB8D7AC9-0E6C-7E47-AB3A-CE284FFC7E60}" srcOrd="0" destOrd="0" presId="urn:microsoft.com/office/officeart/2008/layout/LinedList"/>
    <dgm:cxn modelId="{9A183EB3-C47C-6C4F-B6FB-71D5F6918260}" type="presParOf" srcId="{AB8D7AC9-0E6C-7E47-AB3A-CE284FFC7E60}" destId="{12682030-81DC-E648-8603-EA7218306C73}" srcOrd="0" destOrd="0" presId="urn:microsoft.com/office/officeart/2008/layout/LinedList"/>
    <dgm:cxn modelId="{1FB3C4CE-898A-1D4E-9592-CA3529C9FFEC}" type="presParOf" srcId="{AB8D7AC9-0E6C-7E47-AB3A-CE284FFC7E60}" destId="{36DFBE70-55C8-5646-8719-8D3030A449F8}" srcOrd="1" destOrd="0" presId="urn:microsoft.com/office/officeart/2008/layout/LinedList"/>
    <dgm:cxn modelId="{A39F7907-9AD4-8546-B39D-8BC42C9B4219}" type="presParOf" srcId="{AB8D7AC9-0E6C-7E47-AB3A-CE284FFC7E60}" destId="{17DBAC41-A057-D242-913D-77B836FD43C7}" srcOrd="2" destOrd="0" presId="urn:microsoft.com/office/officeart/2008/layout/LinedList"/>
    <dgm:cxn modelId="{5ACD085D-FD14-504A-BF53-EAFA91244931}" type="presParOf" srcId="{2A860537-25B1-5A4F-8F9C-61D4125C0ACD}" destId="{ABAE74A8-6076-ED48-AFED-7B01A135C5DC}" srcOrd="2" destOrd="0" presId="urn:microsoft.com/office/officeart/2008/layout/LinedList"/>
    <dgm:cxn modelId="{A9663E87-394E-6E40-829F-29F312DDF7DC}" type="presParOf" srcId="{2A860537-25B1-5A4F-8F9C-61D4125C0ACD}" destId="{3B1C95E4-4F19-4646-AB6A-86BF29713DE6}" srcOrd="3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FE07E0A-D6B0-3E4A-9085-A93FF730BF3D}" type="doc">
      <dgm:prSet loTypeId="urn:microsoft.com/office/officeart/2005/8/layout/target2" loCatId="" qsTypeId="urn:microsoft.com/office/officeart/2005/8/quickstyle/simple1" qsCatId="simple" csTypeId="urn:microsoft.com/office/officeart/2005/8/colors/accent2_3" csCatId="accent2" phldr="1"/>
      <dgm:spPr/>
      <dgm:t>
        <a:bodyPr/>
        <a:lstStyle/>
        <a:p>
          <a:endParaRPr lang="en-GB"/>
        </a:p>
      </dgm:t>
    </dgm:pt>
    <dgm:pt modelId="{0A446444-D1F1-3748-B3AD-811C9994ECAD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sz="1800" b="1" dirty="0">
              <a:latin typeface="Arial" panose="020B0604020202020204" pitchFamily="34" charset="0"/>
              <a:cs typeface="Arial" panose="020B0604020202020204" pitchFamily="34" charset="0"/>
            </a:rPr>
            <a:t>Build Phase</a:t>
          </a:r>
        </a:p>
        <a:p>
          <a:r>
            <a:rPr lang="en-FR" sz="1400" b="1" dirty="0">
              <a:latin typeface="Arial" panose="020B0604020202020204" pitchFamily="34" charset="0"/>
              <a:cs typeface="Arial" panose="020B0604020202020204" pitchFamily="34" charset="0"/>
            </a:rPr>
            <a:t>CapEx: </a:t>
          </a:r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Estimated Cost: </a:t>
          </a:r>
          <a:r>
            <a:rPr lang="en-GB" sz="1400" dirty="0">
              <a:latin typeface="Arial" panose="020B0604020202020204" pitchFamily="34" charset="0"/>
              <a:cs typeface="Arial" panose="020B0604020202020204" pitchFamily="34" charset="0"/>
            </a:rPr>
            <a:t>€3</a:t>
          </a:r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50K-&gt;</a:t>
          </a:r>
          <a:r>
            <a:rPr lang="en-GB" sz="1400" dirty="0">
              <a:latin typeface="Arial" panose="020B0604020202020204" pitchFamily="34" charset="0"/>
              <a:cs typeface="Arial" panose="020B0604020202020204" pitchFamily="34" charset="0"/>
            </a:rPr>
            <a:t>€5</a:t>
          </a:r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00K</a:t>
          </a:r>
          <a:endParaRPr lang="en-FR" sz="18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882AFBF-B2B7-6E4F-A01F-B5F415D790EB}" type="parTrans" cxnId="{2824A88C-8A42-FB4F-82CD-A78CC69C99F1}">
      <dgm:prSet/>
      <dgm:spPr/>
      <dgm:t>
        <a:bodyPr/>
        <a:lstStyle/>
        <a:p>
          <a:endParaRPr lang="en-GB"/>
        </a:p>
      </dgm:t>
    </dgm:pt>
    <dgm:pt modelId="{F2837CBA-84AE-CF43-B159-BC7FAB2E634E}" type="sibTrans" cxnId="{2824A88C-8A42-FB4F-82CD-A78CC69C99F1}">
      <dgm:prSet>
        <dgm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pPr rtl="0"/>
          <a:endParaRPr lang="en-GB"/>
        </a:p>
      </dgm:t>
    </dgm:pt>
    <dgm:pt modelId="{95CBC584-994B-8048-B7C2-BCE8F4FD1E12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Cloud Architect</a:t>
          </a:r>
        </a:p>
      </dgm:t>
    </dgm:pt>
    <dgm:pt modelId="{871707F4-D928-AB40-89D1-22C21F42589D}" type="parTrans" cxnId="{ADF8DD9E-7B92-8442-BB92-EC63A6B51497}">
      <dgm:prSet/>
      <dgm:spPr/>
      <dgm:t>
        <a:bodyPr/>
        <a:lstStyle/>
        <a:p>
          <a:endParaRPr lang="en-GB"/>
        </a:p>
      </dgm:t>
    </dgm:pt>
    <dgm:pt modelId="{90A53E9F-E7B3-C24F-BAC5-92CE9A95878E}" type="sibTrans" cxnId="{ADF8DD9E-7B92-8442-BB92-EC63A6B51497}">
      <dgm:prSet/>
      <dgm:spPr/>
      <dgm:t>
        <a:bodyPr/>
        <a:lstStyle/>
        <a:p>
          <a:endParaRPr lang="en-GB"/>
        </a:p>
      </dgm:t>
    </dgm:pt>
    <dgm:pt modelId="{EC6D7474-EDFD-D045-B710-6FA75F6DDD40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>
              <a:latin typeface="Arial" panose="020B0604020202020204" pitchFamily="34" charset="0"/>
              <a:cs typeface="Arial" panose="020B0604020202020204" pitchFamily="34" charset="0"/>
            </a:rPr>
            <a:t>Run Phase</a:t>
          </a:r>
        </a:p>
        <a:p>
          <a:r>
            <a:rPr lang="en-FR" sz="1400" b="1" dirty="0">
              <a:latin typeface="Arial" panose="020B0604020202020204" pitchFamily="34" charset="0"/>
              <a:cs typeface="Arial" panose="020B0604020202020204" pitchFamily="34" charset="0"/>
            </a:rPr>
            <a:t>OpEx </a:t>
          </a:r>
          <a:r>
            <a:rPr lang="en-US" sz="1400" dirty="0">
              <a:latin typeface="Arial" panose="020B0604020202020204" pitchFamily="34" charset="0"/>
              <a:cs typeface="Arial" panose="020B0604020202020204" pitchFamily="34" charset="0"/>
            </a:rPr>
            <a:t>Infrastructure</a:t>
          </a:r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 €</a:t>
          </a:r>
          <a:r>
            <a:rPr lang="en-US" sz="1400" dirty="0">
              <a:latin typeface="Arial" panose="020B0604020202020204" pitchFamily="34" charset="0"/>
              <a:cs typeface="Arial" panose="020B0604020202020204" pitchFamily="34" charset="0"/>
            </a:rPr>
            <a:t>6</a:t>
          </a:r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,</a:t>
          </a:r>
          <a:r>
            <a:rPr lang="en-US" sz="1400" dirty="0">
              <a:latin typeface="Arial" panose="020B0604020202020204" pitchFamily="34" charset="0"/>
              <a:cs typeface="Arial" panose="020B0604020202020204" pitchFamily="34" charset="0"/>
            </a:rPr>
            <a:t>5</a:t>
          </a:r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000-€8,000 / month</a:t>
          </a:r>
          <a:endParaRPr lang="en-FR" sz="18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DC252F9-AC9C-5C4C-BFCD-0AD97B10782E}" type="parTrans" cxnId="{860A9F92-3D09-4B41-839C-FC03B51B82D7}">
      <dgm:prSet/>
      <dgm:spPr/>
      <dgm:t>
        <a:bodyPr/>
        <a:lstStyle/>
        <a:p>
          <a:endParaRPr lang="en-GB"/>
        </a:p>
      </dgm:t>
    </dgm:pt>
    <dgm:pt modelId="{6A0E8104-C2D2-224E-A5EF-E60CC6E537A0}" type="sibTrans" cxnId="{860A9F92-3D09-4B41-839C-FC03B51B82D7}">
      <dgm:prSet>
        <dgm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pPr rtl="0"/>
          <a:endParaRPr lang="en-GB"/>
        </a:p>
      </dgm:t>
    </dgm:pt>
    <dgm:pt modelId="{E9171748-CAEF-8D4C-847D-8FBEB3EA4D75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sz="1800" b="1" dirty="0">
              <a:latin typeface="Arial" panose="020B0604020202020204" pitchFamily="34" charset="0"/>
              <a:cs typeface="Arial" panose="020B0604020202020204" pitchFamily="34" charset="0"/>
            </a:rPr>
            <a:t>Operational Team</a:t>
          </a:r>
          <a:endParaRPr lang="en-FR" sz="18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7402CA1-583C-1242-8D35-0CC4D8693EF4}" type="parTrans" cxnId="{8C14CBCF-2748-4F44-A23C-0C6BC2BE9C12}">
      <dgm:prSet/>
      <dgm:spPr/>
      <dgm:t>
        <a:bodyPr/>
        <a:lstStyle/>
        <a:p>
          <a:endParaRPr lang="en-GB"/>
        </a:p>
      </dgm:t>
    </dgm:pt>
    <dgm:pt modelId="{F94049D3-4736-8346-9F15-94017AEF3F75}" type="sibTrans" cxnId="{8C14CBCF-2748-4F44-A23C-0C6BC2BE9C12}">
      <dgm:prSet/>
      <dgm:spPr/>
      <dgm:t>
        <a:bodyPr/>
        <a:lstStyle/>
        <a:p>
          <a:endParaRPr lang="en-GB"/>
        </a:p>
      </dgm:t>
    </dgm:pt>
    <dgm:pt modelId="{603BFCD4-CE03-7248-92EC-586798B09C09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 algn="just"/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Requires ~</a:t>
          </a:r>
          <a:r>
            <a:rPr lang="en-US" sz="1400" dirty="0">
              <a:latin typeface="Arial" panose="020B0604020202020204" pitchFamily="34" charset="0"/>
              <a:cs typeface="Arial" panose="020B0604020202020204" pitchFamily="34" charset="0"/>
            </a:rPr>
            <a:t>2</a:t>
          </a:r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.5 FTE (Platform Engineer + Data Steward</a:t>
          </a:r>
          <a:r>
            <a:rPr lang="en-US" sz="1400" dirty="0">
              <a:latin typeface="Arial" panose="020B0604020202020204" pitchFamily="34" charset="0"/>
              <a:cs typeface="Arial" panose="020B0604020202020204" pitchFamily="34" charset="0"/>
            </a:rPr>
            <a:t> + FTE</a:t>
          </a:r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) to maintain connectors and governance.</a:t>
          </a:r>
        </a:p>
      </dgm:t>
    </dgm:pt>
    <dgm:pt modelId="{15DFC93A-289E-9943-8CA3-7CCC72AC2FC5}" type="parTrans" cxnId="{A123C7BC-0E34-294E-83A1-FD9FDD87B931}">
      <dgm:prSet/>
      <dgm:spPr/>
      <dgm:t>
        <a:bodyPr/>
        <a:lstStyle/>
        <a:p>
          <a:endParaRPr lang="en-GB"/>
        </a:p>
      </dgm:t>
    </dgm:pt>
    <dgm:pt modelId="{D3E93F7D-22DA-8048-A2D2-5EFF6659F3D7}" type="sibTrans" cxnId="{A123C7BC-0E34-294E-83A1-FD9FDD87B931}">
      <dgm:prSet/>
      <dgm:spPr/>
      <dgm:t>
        <a:bodyPr/>
        <a:lstStyle/>
        <a:p>
          <a:endParaRPr lang="en-GB"/>
        </a:p>
      </dgm:t>
    </dgm:pt>
    <dgm:pt modelId="{26ACDD0C-B043-A045-A739-5B4365C03A92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sz="1400" b="1" dirty="0">
              <a:latin typeface="Arial" panose="020B0604020202020204" pitchFamily="34" charset="0"/>
              <a:cs typeface="Arial" panose="020B0604020202020204" pitchFamily="34" charset="0"/>
            </a:rPr>
            <a:t>3-6 months. Requires 4-5 FTE Squad </a:t>
          </a:r>
        </a:p>
      </dgm:t>
    </dgm:pt>
    <dgm:pt modelId="{7BF59EBF-721B-F04E-A663-EACA2124D4A6}" type="parTrans" cxnId="{E5E1460B-0010-624F-855B-8DE942EA2DDE}">
      <dgm:prSet/>
      <dgm:spPr/>
      <dgm:t>
        <a:bodyPr/>
        <a:lstStyle/>
        <a:p>
          <a:endParaRPr lang="en-GB"/>
        </a:p>
      </dgm:t>
    </dgm:pt>
    <dgm:pt modelId="{7B742B0F-E234-F24E-B109-A7274A5B54F2}" type="sibTrans" cxnId="{E5E1460B-0010-624F-855B-8DE942EA2DDE}">
      <dgm:prSet/>
      <dgm:spPr/>
      <dgm:t>
        <a:bodyPr/>
        <a:lstStyle/>
        <a:p>
          <a:endParaRPr lang="en-GB"/>
        </a:p>
      </dgm:t>
    </dgm:pt>
    <dgm:pt modelId="{C3249176-DCB8-EC42-BF19-F78388E8CD67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 algn="l"/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Cloud Run, Vector AI,</a:t>
          </a:r>
          <a:r>
            <a:rPr lang="en-US" sz="1400" dirty="0">
              <a:latin typeface="Arial" panose="020B0604020202020204" pitchFamily="34" charset="0"/>
              <a:cs typeface="Arial" panose="020B0604020202020204" pitchFamily="34" charset="0"/>
            </a:rPr>
            <a:t> Cloud SQL, </a:t>
          </a:r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LLM Tokens for ~1k users.</a:t>
          </a:r>
        </a:p>
      </dgm:t>
    </dgm:pt>
    <dgm:pt modelId="{D726BB38-536C-DA44-B84C-A2C9B6CD62AF}" type="parTrans" cxnId="{754F8EA7-7CD6-8546-A5F5-124F0B3089DB}">
      <dgm:prSet/>
      <dgm:spPr/>
      <dgm:t>
        <a:bodyPr/>
        <a:lstStyle/>
        <a:p>
          <a:endParaRPr lang="en-GB"/>
        </a:p>
      </dgm:t>
    </dgm:pt>
    <dgm:pt modelId="{50AC27B5-C1EE-F44E-B189-1C7C5BB42FB0}" type="sibTrans" cxnId="{754F8EA7-7CD6-8546-A5F5-124F0B3089DB}">
      <dgm:prSet/>
      <dgm:spPr/>
      <dgm:t>
        <a:bodyPr/>
        <a:lstStyle/>
        <a:p>
          <a:endParaRPr lang="en-GB"/>
        </a:p>
      </dgm:t>
    </dgm:pt>
    <dgm:pt modelId="{CD5078B6-C338-2A4F-824C-3D7B582D5A40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Senior AI Engineer</a:t>
          </a:r>
        </a:p>
      </dgm:t>
    </dgm:pt>
    <dgm:pt modelId="{562193EF-61D5-1643-8E15-019DAC3C8663}" type="parTrans" cxnId="{56D32A27-69E7-E847-A853-567AA1A95424}">
      <dgm:prSet/>
      <dgm:spPr/>
      <dgm:t>
        <a:bodyPr/>
        <a:lstStyle/>
        <a:p>
          <a:endParaRPr lang="en-GB"/>
        </a:p>
      </dgm:t>
    </dgm:pt>
    <dgm:pt modelId="{C4247EE4-3E54-9C49-8E76-1F1C64E3A322}" type="sibTrans" cxnId="{56D32A27-69E7-E847-A853-567AA1A95424}">
      <dgm:prSet/>
      <dgm:spPr/>
      <dgm:t>
        <a:bodyPr/>
        <a:lstStyle/>
        <a:p>
          <a:endParaRPr lang="en-GB"/>
        </a:p>
      </dgm:t>
    </dgm:pt>
    <dgm:pt modelId="{93F69E7A-51DD-FD42-9D32-4F330E87340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Data Engineer</a:t>
          </a:r>
        </a:p>
      </dgm:t>
    </dgm:pt>
    <dgm:pt modelId="{51E0B40F-8145-0A4A-9E74-0DD82BDD9C01}" type="parTrans" cxnId="{3ECB3428-DD05-ED43-979A-E12221BDE13D}">
      <dgm:prSet/>
      <dgm:spPr/>
      <dgm:t>
        <a:bodyPr/>
        <a:lstStyle/>
        <a:p>
          <a:endParaRPr lang="en-GB"/>
        </a:p>
      </dgm:t>
    </dgm:pt>
    <dgm:pt modelId="{8CE711D3-B5E9-5E48-8652-81908CD9765F}" type="sibTrans" cxnId="{3ECB3428-DD05-ED43-979A-E12221BDE13D}">
      <dgm:prSet/>
      <dgm:spPr/>
      <dgm:t>
        <a:bodyPr/>
        <a:lstStyle/>
        <a:p>
          <a:endParaRPr lang="en-GB"/>
        </a:p>
      </dgm:t>
    </dgm:pt>
    <dgm:pt modelId="{9EA6C4CD-62AD-8A4E-BCBA-1C6C2665C0B1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sz="1400" dirty="0">
              <a:latin typeface="Arial" panose="020B0604020202020204" pitchFamily="34" charset="0"/>
              <a:cs typeface="Arial" panose="020B0604020202020204" pitchFamily="34" charset="0"/>
            </a:rPr>
            <a:t>Dev(s). </a:t>
          </a:r>
        </a:p>
      </dgm:t>
    </dgm:pt>
    <dgm:pt modelId="{834C41D5-F8D2-1347-86D1-43F37DAF91DB}" type="parTrans" cxnId="{90328464-F2E4-EC42-B26E-C520B4766E28}">
      <dgm:prSet/>
      <dgm:spPr/>
      <dgm:t>
        <a:bodyPr/>
        <a:lstStyle/>
        <a:p>
          <a:endParaRPr lang="en-GB"/>
        </a:p>
      </dgm:t>
    </dgm:pt>
    <dgm:pt modelId="{75F20DBE-3AC8-C64A-B96F-649FB0C4DB54}" type="sibTrans" cxnId="{90328464-F2E4-EC42-B26E-C520B4766E28}">
      <dgm:prSet/>
      <dgm:spPr/>
      <dgm:t>
        <a:bodyPr/>
        <a:lstStyle/>
        <a:p>
          <a:endParaRPr lang="en-GB"/>
        </a:p>
      </dgm:t>
    </dgm:pt>
    <dgm:pt modelId="{047C5A9D-9F70-744C-A1CE-35E96425507A}" type="pres">
      <dgm:prSet presAssocID="{DFE07E0A-D6B0-3E4A-9085-A93FF730BF3D}" presName="Name0" presStyleCnt="0">
        <dgm:presLayoutVars>
          <dgm:chMax val="3"/>
          <dgm:chPref val="1"/>
          <dgm:dir/>
          <dgm:animLvl val="lvl"/>
          <dgm:resizeHandles/>
        </dgm:presLayoutVars>
      </dgm:prSet>
      <dgm:spPr/>
    </dgm:pt>
    <dgm:pt modelId="{1DC6F709-474D-3641-BAFB-5ABCAFC82464}" type="pres">
      <dgm:prSet presAssocID="{DFE07E0A-D6B0-3E4A-9085-A93FF730BF3D}" presName="outerBox" presStyleCnt="0"/>
      <dgm:spPr/>
    </dgm:pt>
    <dgm:pt modelId="{436F91CC-E84F-824E-8B26-021A73451C98}" type="pres">
      <dgm:prSet presAssocID="{DFE07E0A-D6B0-3E4A-9085-A93FF730BF3D}" presName="outerBoxParent" presStyleLbl="node1" presStyleIdx="0" presStyleCnt="3" custLinFactNeighborX="1697" custLinFactNeighborY="-157"/>
      <dgm:spPr/>
    </dgm:pt>
    <dgm:pt modelId="{1AF42114-729A-F24F-8C7A-A2B275DC8517}" type="pres">
      <dgm:prSet presAssocID="{DFE07E0A-D6B0-3E4A-9085-A93FF730BF3D}" presName="outerBoxChildren" presStyleCnt="0"/>
      <dgm:spPr/>
    </dgm:pt>
    <dgm:pt modelId="{483571A5-3E50-6D40-86CE-D636D3C673AB}" type="pres">
      <dgm:prSet presAssocID="{26ACDD0C-B043-A045-A739-5B4365C03A92}" presName="oChild" presStyleLbl="fgAcc1" presStyleIdx="0" presStyleCnt="3">
        <dgm:presLayoutVars>
          <dgm:bulletEnabled val="1"/>
        </dgm:presLayoutVars>
      </dgm:prSet>
      <dgm:spPr/>
    </dgm:pt>
    <dgm:pt modelId="{8B271584-E05B-6847-AB7F-B0B0AA3C43FE}" type="pres">
      <dgm:prSet presAssocID="{DFE07E0A-D6B0-3E4A-9085-A93FF730BF3D}" presName="middleBox" presStyleCnt="0"/>
      <dgm:spPr/>
    </dgm:pt>
    <dgm:pt modelId="{47A7E520-5749-214A-9E9D-1118AE183443}" type="pres">
      <dgm:prSet presAssocID="{DFE07E0A-D6B0-3E4A-9085-A93FF730BF3D}" presName="middleBoxParent" presStyleLbl="node1" presStyleIdx="1" presStyleCnt="3"/>
      <dgm:spPr/>
    </dgm:pt>
    <dgm:pt modelId="{A7BFE6B5-DD60-4B40-915D-BC1FAC15DFD7}" type="pres">
      <dgm:prSet presAssocID="{DFE07E0A-D6B0-3E4A-9085-A93FF730BF3D}" presName="middleBoxChildren" presStyleCnt="0"/>
      <dgm:spPr/>
    </dgm:pt>
    <dgm:pt modelId="{FAD79068-A84B-6C4A-9FD1-5F0E7F6099B8}" type="pres">
      <dgm:prSet presAssocID="{C3249176-DCB8-EC42-BF19-F78388E8CD67}" presName="mChild" presStyleLbl="fgAcc1" presStyleIdx="1" presStyleCnt="3">
        <dgm:presLayoutVars>
          <dgm:bulletEnabled val="1"/>
        </dgm:presLayoutVars>
      </dgm:prSet>
      <dgm:spPr/>
    </dgm:pt>
    <dgm:pt modelId="{9DD471BD-3EC2-EA40-B923-F4BA2CF0ED68}" type="pres">
      <dgm:prSet presAssocID="{DFE07E0A-D6B0-3E4A-9085-A93FF730BF3D}" presName="centerBox" presStyleCnt="0"/>
      <dgm:spPr/>
    </dgm:pt>
    <dgm:pt modelId="{73AFDF40-9C30-9249-9722-9DDD21A387AF}" type="pres">
      <dgm:prSet presAssocID="{DFE07E0A-D6B0-3E4A-9085-A93FF730BF3D}" presName="centerBoxParent" presStyleLbl="node1" presStyleIdx="2" presStyleCnt="3"/>
      <dgm:spPr/>
    </dgm:pt>
    <dgm:pt modelId="{E478B481-B9C3-FF43-8EB9-19C934144132}" type="pres">
      <dgm:prSet presAssocID="{DFE07E0A-D6B0-3E4A-9085-A93FF730BF3D}" presName="centerBoxChildren" presStyleCnt="0"/>
      <dgm:spPr/>
    </dgm:pt>
    <dgm:pt modelId="{51EBF2F0-2702-4849-BF4F-7A25D0ED8555}" type="pres">
      <dgm:prSet presAssocID="{603BFCD4-CE03-7248-92EC-586798B09C09}" presName="cChild" presStyleLbl="fgAcc1" presStyleIdx="2" presStyleCnt="3">
        <dgm:presLayoutVars>
          <dgm:bulletEnabled val="1"/>
        </dgm:presLayoutVars>
      </dgm:prSet>
      <dgm:spPr/>
    </dgm:pt>
  </dgm:ptLst>
  <dgm:cxnLst>
    <dgm:cxn modelId="{1D6A2304-A025-594E-B7C3-5A2AE67B5D9D}" type="presOf" srcId="{EC6D7474-EDFD-D045-B710-6FA75F6DDD40}" destId="{47A7E520-5749-214A-9E9D-1118AE183443}" srcOrd="0" destOrd="0" presId="urn:microsoft.com/office/officeart/2005/8/layout/target2"/>
    <dgm:cxn modelId="{E5E1460B-0010-624F-855B-8DE942EA2DDE}" srcId="{0A446444-D1F1-3748-B3AD-811C9994ECAD}" destId="{26ACDD0C-B043-A045-A739-5B4365C03A92}" srcOrd="0" destOrd="0" parTransId="{7BF59EBF-721B-F04E-A663-EACA2124D4A6}" sibTransId="{7B742B0F-E234-F24E-B109-A7274A5B54F2}"/>
    <dgm:cxn modelId="{8BD8510D-046E-FF48-9C8C-D833F216452A}" type="presOf" srcId="{9EA6C4CD-62AD-8A4E-BCBA-1C6C2665C0B1}" destId="{483571A5-3E50-6D40-86CE-D636D3C673AB}" srcOrd="0" destOrd="4" presId="urn:microsoft.com/office/officeart/2005/8/layout/target2"/>
    <dgm:cxn modelId="{D1602620-86B3-8D4A-A74B-94ACDE87816D}" type="presOf" srcId="{E9171748-CAEF-8D4C-847D-8FBEB3EA4D75}" destId="{73AFDF40-9C30-9249-9722-9DDD21A387AF}" srcOrd="0" destOrd="0" presId="urn:microsoft.com/office/officeart/2005/8/layout/target2"/>
    <dgm:cxn modelId="{56D32A27-69E7-E847-A853-567AA1A95424}" srcId="{26ACDD0C-B043-A045-A739-5B4365C03A92}" destId="{CD5078B6-C338-2A4F-824C-3D7B582D5A40}" srcOrd="1" destOrd="0" parTransId="{562193EF-61D5-1643-8E15-019DAC3C8663}" sibTransId="{C4247EE4-3E54-9C49-8E76-1F1C64E3A322}"/>
    <dgm:cxn modelId="{3ECB3428-DD05-ED43-979A-E12221BDE13D}" srcId="{26ACDD0C-B043-A045-A739-5B4365C03A92}" destId="{93F69E7A-51DD-FD42-9D32-4F330E87340A}" srcOrd="2" destOrd="0" parTransId="{51E0B40F-8145-0A4A-9E74-0DD82BDD9C01}" sibTransId="{8CE711D3-B5E9-5E48-8652-81908CD9765F}"/>
    <dgm:cxn modelId="{CACA213F-B98A-FC4B-905E-3EDD519B7006}" type="presOf" srcId="{26ACDD0C-B043-A045-A739-5B4365C03A92}" destId="{483571A5-3E50-6D40-86CE-D636D3C673AB}" srcOrd="0" destOrd="0" presId="urn:microsoft.com/office/officeart/2005/8/layout/target2"/>
    <dgm:cxn modelId="{DDD57440-AD13-2E4F-B782-71ABD8561DA0}" type="presOf" srcId="{603BFCD4-CE03-7248-92EC-586798B09C09}" destId="{51EBF2F0-2702-4849-BF4F-7A25D0ED8555}" srcOrd="0" destOrd="0" presId="urn:microsoft.com/office/officeart/2005/8/layout/target2"/>
    <dgm:cxn modelId="{53BF7A61-8CFA-2F42-AE54-FFB5686B938D}" type="presOf" srcId="{0A446444-D1F1-3748-B3AD-811C9994ECAD}" destId="{436F91CC-E84F-824E-8B26-021A73451C98}" srcOrd="0" destOrd="0" presId="urn:microsoft.com/office/officeart/2005/8/layout/target2"/>
    <dgm:cxn modelId="{90328464-F2E4-EC42-B26E-C520B4766E28}" srcId="{26ACDD0C-B043-A045-A739-5B4365C03A92}" destId="{9EA6C4CD-62AD-8A4E-BCBA-1C6C2665C0B1}" srcOrd="3" destOrd="0" parTransId="{834C41D5-F8D2-1347-86D1-43F37DAF91DB}" sibTransId="{75F20DBE-3AC8-C64A-B96F-649FB0C4DB54}"/>
    <dgm:cxn modelId="{2824A88C-8A42-FB4F-82CD-A78CC69C99F1}" srcId="{DFE07E0A-D6B0-3E4A-9085-A93FF730BF3D}" destId="{0A446444-D1F1-3748-B3AD-811C9994ECAD}" srcOrd="0" destOrd="0" parTransId="{3882AFBF-B2B7-6E4F-A01F-B5F415D790EB}" sibTransId="{F2837CBA-84AE-CF43-B159-BC7FAB2E634E}"/>
    <dgm:cxn modelId="{860A9F92-3D09-4B41-839C-FC03B51B82D7}" srcId="{DFE07E0A-D6B0-3E4A-9085-A93FF730BF3D}" destId="{EC6D7474-EDFD-D045-B710-6FA75F6DDD40}" srcOrd="1" destOrd="0" parTransId="{DDC252F9-AC9C-5C4C-BFCD-0AD97B10782E}" sibTransId="{6A0E8104-C2D2-224E-A5EF-E60CC6E537A0}"/>
    <dgm:cxn modelId="{ADF8DD9E-7B92-8442-BB92-EC63A6B51497}" srcId="{26ACDD0C-B043-A045-A739-5B4365C03A92}" destId="{95CBC584-994B-8048-B7C2-BCE8F4FD1E12}" srcOrd="0" destOrd="0" parTransId="{871707F4-D928-AB40-89D1-22C21F42589D}" sibTransId="{90A53E9F-E7B3-C24F-BAC5-92CE9A95878E}"/>
    <dgm:cxn modelId="{754F8EA7-7CD6-8546-A5F5-124F0B3089DB}" srcId="{EC6D7474-EDFD-D045-B710-6FA75F6DDD40}" destId="{C3249176-DCB8-EC42-BF19-F78388E8CD67}" srcOrd="0" destOrd="0" parTransId="{D726BB38-536C-DA44-B84C-A2C9B6CD62AF}" sibTransId="{50AC27B5-C1EE-F44E-B189-1C7C5BB42FB0}"/>
    <dgm:cxn modelId="{A75D9FAF-FACB-2446-AF9C-C078387A61FD}" type="presOf" srcId="{DFE07E0A-D6B0-3E4A-9085-A93FF730BF3D}" destId="{047C5A9D-9F70-744C-A1CE-35E96425507A}" srcOrd="0" destOrd="0" presId="urn:microsoft.com/office/officeart/2005/8/layout/target2"/>
    <dgm:cxn modelId="{A123C7BC-0E34-294E-83A1-FD9FDD87B931}" srcId="{E9171748-CAEF-8D4C-847D-8FBEB3EA4D75}" destId="{603BFCD4-CE03-7248-92EC-586798B09C09}" srcOrd="0" destOrd="0" parTransId="{15DFC93A-289E-9943-8CA3-7CCC72AC2FC5}" sibTransId="{D3E93F7D-22DA-8048-A2D2-5EFF6659F3D7}"/>
    <dgm:cxn modelId="{5EFEAECF-224F-5745-8D46-B1B269A6F65D}" type="presOf" srcId="{C3249176-DCB8-EC42-BF19-F78388E8CD67}" destId="{FAD79068-A84B-6C4A-9FD1-5F0E7F6099B8}" srcOrd="0" destOrd="0" presId="urn:microsoft.com/office/officeart/2005/8/layout/target2"/>
    <dgm:cxn modelId="{8C14CBCF-2748-4F44-A23C-0C6BC2BE9C12}" srcId="{DFE07E0A-D6B0-3E4A-9085-A93FF730BF3D}" destId="{E9171748-CAEF-8D4C-847D-8FBEB3EA4D75}" srcOrd="2" destOrd="0" parTransId="{E7402CA1-583C-1242-8D35-0CC4D8693EF4}" sibTransId="{F94049D3-4736-8346-9F15-94017AEF3F75}"/>
    <dgm:cxn modelId="{DC3CD8D9-504D-3D44-B2A2-81106B65B65B}" type="presOf" srcId="{95CBC584-994B-8048-B7C2-BCE8F4FD1E12}" destId="{483571A5-3E50-6D40-86CE-D636D3C673AB}" srcOrd="0" destOrd="1" presId="urn:microsoft.com/office/officeart/2005/8/layout/target2"/>
    <dgm:cxn modelId="{3F5ABDE2-1592-E64D-B18D-13373E1C290E}" type="presOf" srcId="{93F69E7A-51DD-FD42-9D32-4F330E87340A}" destId="{483571A5-3E50-6D40-86CE-D636D3C673AB}" srcOrd="0" destOrd="3" presId="urn:microsoft.com/office/officeart/2005/8/layout/target2"/>
    <dgm:cxn modelId="{E86048FC-1E13-514B-B7F7-DF06FF523EB2}" type="presOf" srcId="{CD5078B6-C338-2A4F-824C-3D7B582D5A40}" destId="{483571A5-3E50-6D40-86CE-D636D3C673AB}" srcOrd="0" destOrd="2" presId="urn:microsoft.com/office/officeart/2005/8/layout/target2"/>
    <dgm:cxn modelId="{3B97A515-1AB3-1B40-A77B-BB1AD9A4E486}" type="presParOf" srcId="{047C5A9D-9F70-744C-A1CE-35E96425507A}" destId="{1DC6F709-474D-3641-BAFB-5ABCAFC82464}" srcOrd="0" destOrd="0" presId="urn:microsoft.com/office/officeart/2005/8/layout/target2"/>
    <dgm:cxn modelId="{65322707-9311-F84A-9C53-99EA85E23741}" type="presParOf" srcId="{1DC6F709-474D-3641-BAFB-5ABCAFC82464}" destId="{436F91CC-E84F-824E-8B26-021A73451C98}" srcOrd="0" destOrd="0" presId="urn:microsoft.com/office/officeart/2005/8/layout/target2"/>
    <dgm:cxn modelId="{2B921EAE-7F48-C145-9623-7E5F08B16F5C}" type="presParOf" srcId="{1DC6F709-474D-3641-BAFB-5ABCAFC82464}" destId="{1AF42114-729A-F24F-8C7A-A2B275DC8517}" srcOrd="1" destOrd="0" presId="urn:microsoft.com/office/officeart/2005/8/layout/target2"/>
    <dgm:cxn modelId="{5FAFCF81-0D9C-3E47-B040-8F05A54BC7DE}" type="presParOf" srcId="{1AF42114-729A-F24F-8C7A-A2B275DC8517}" destId="{483571A5-3E50-6D40-86CE-D636D3C673AB}" srcOrd="0" destOrd="0" presId="urn:microsoft.com/office/officeart/2005/8/layout/target2"/>
    <dgm:cxn modelId="{CB12087A-B0FE-F141-A377-AD0F1AC6C5DE}" type="presParOf" srcId="{047C5A9D-9F70-744C-A1CE-35E96425507A}" destId="{8B271584-E05B-6847-AB7F-B0B0AA3C43FE}" srcOrd="1" destOrd="0" presId="urn:microsoft.com/office/officeart/2005/8/layout/target2"/>
    <dgm:cxn modelId="{9E665B34-1FEE-D54C-93FA-E164820DE733}" type="presParOf" srcId="{8B271584-E05B-6847-AB7F-B0B0AA3C43FE}" destId="{47A7E520-5749-214A-9E9D-1118AE183443}" srcOrd="0" destOrd="0" presId="urn:microsoft.com/office/officeart/2005/8/layout/target2"/>
    <dgm:cxn modelId="{AA0FFAF9-B706-E445-A90D-2D015F7CAB90}" type="presParOf" srcId="{8B271584-E05B-6847-AB7F-B0B0AA3C43FE}" destId="{A7BFE6B5-DD60-4B40-915D-BC1FAC15DFD7}" srcOrd="1" destOrd="0" presId="urn:microsoft.com/office/officeart/2005/8/layout/target2"/>
    <dgm:cxn modelId="{42FF69AF-E107-B548-BB5D-7EB1B58208FC}" type="presParOf" srcId="{A7BFE6B5-DD60-4B40-915D-BC1FAC15DFD7}" destId="{FAD79068-A84B-6C4A-9FD1-5F0E7F6099B8}" srcOrd="0" destOrd="0" presId="urn:microsoft.com/office/officeart/2005/8/layout/target2"/>
    <dgm:cxn modelId="{C04CCFEF-94A7-E44E-87E8-7B034525D84B}" type="presParOf" srcId="{047C5A9D-9F70-744C-A1CE-35E96425507A}" destId="{9DD471BD-3EC2-EA40-B923-F4BA2CF0ED68}" srcOrd="2" destOrd="0" presId="urn:microsoft.com/office/officeart/2005/8/layout/target2"/>
    <dgm:cxn modelId="{69EBDFC3-B123-F24C-B26F-8D6CEBEB855B}" type="presParOf" srcId="{9DD471BD-3EC2-EA40-B923-F4BA2CF0ED68}" destId="{73AFDF40-9C30-9249-9722-9DDD21A387AF}" srcOrd="0" destOrd="0" presId="urn:microsoft.com/office/officeart/2005/8/layout/target2"/>
    <dgm:cxn modelId="{962EF388-51EE-DD43-BF17-6CFDDB1D3DB5}" type="presParOf" srcId="{9DD471BD-3EC2-EA40-B923-F4BA2CF0ED68}" destId="{E478B481-B9C3-FF43-8EB9-19C934144132}" srcOrd="1" destOrd="0" presId="urn:microsoft.com/office/officeart/2005/8/layout/target2"/>
    <dgm:cxn modelId="{8BFA04B7-7D72-0E44-9D84-9315D1AA7F56}" type="presParOf" srcId="{E478B481-B9C3-FF43-8EB9-19C934144132}" destId="{51EBF2F0-2702-4849-BF4F-7A25D0ED8555}" srcOrd="0" destOrd="0" presId="urn:microsoft.com/office/officeart/2005/8/layout/targe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79B5B14-D763-9542-941F-AE297A0995F8}" type="doc">
      <dgm:prSet loTypeId="urn:microsoft.com/office/officeart/2005/8/layout/chevron1" loCatId="" qsTypeId="urn:microsoft.com/office/officeart/2005/8/quickstyle/simple1" qsCatId="simple" csTypeId="urn:microsoft.com/office/officeart/2005/8/colors/accent2_5" csCatId="accent2" phldr="1"/>
      <dgm:spPr/>
      <dgm:t>
        <a:bodyPr/>
        <a:lstStyle/>
        <a:p>
          <a:endParaRPr lang="en-GB"/>
        </a:p>
      </dgm:t>
    </dgm:pt>
    <dgm:pt modelId="{0CBA135E-B86D-0549-8C87-423D0F7372B9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GB" b="1" dirty="0"/>
            <a:t>1</a:t>
          </a:r>
          <a:endParaRPr lang="en-FR" dirty="0"/>
        </a:p>
      </dgm:t>
    </dgm:pt>
    <dgm:pt modelId="{53A20628-F644-744B-8C5F-4997F15B213B}" type="parTrans" cxnId="{F80A4EAC-9B8C-FB45-A9BD-A23A7013BF0C}">
      <dgm:prSet/>
      <dgm:spPr/>
      <dgm:t>
        <a:bodyPr/>
        <a:lstStyle/>
        <a:p>
          <a:endParaRPr lang="en-GB"/>
        </a:p>
      </dgm:t>
    </dgm:pt>
    <dgm:pt modelId="{E2233493-9B46-EA40-A12B-6C819B1474B7}" type="sibTrans" cxnId="{F80A4EAC-9B8C-FB45-A9BD-A23A7013BF0C}">
      <dgm:prSet/>
      <dgm:spPr/>
      <dgm:t>
        <a:bodyPr/>
        <a:lstStyle/>
        <a:p>
          <a:endParaRPr lang="en-GB"/>
        </a:p>
      </dgm:t>
    </dgm:pt>
    <dgm:pt modelId="{922861C6-5C44-1546-9F4E-EE1FE7B888CE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2</a:t>
          </a:r>
        </a:p>
      </dgm:t>
    </dgm:pt>
    <dgm:pt modelId="{2346346D-E07C-BB49-A785-F4938F550340}" type="parTrans" cxnId="{709018A3-B80A-2240-B3FF-53467167603F}">
      <dgm:prSet/>
      <dgm:spPr/>
      <dgm:t>
        <a:bodyPr/>
        <a:lstStyle/>
        <a:p>
          <a:endParaRPr lang="en-GB"/>
        </a:p>
      </dgm:t>
    </dgm:pt>
    <dgm:pt modelId="{EA067650-3F1A-8644-8C71-B10D4B4E2B12}" type="sibTrans" cxnId="{709018A3-B80A-2240-B3FF-53467167603F}">
      <dgm:prSet/>
      <dgm:spPr/>
      <dgm:t>
        <a:bodyPr/>
        <a:lstStyle/>
        <a:p>
          <a:endParaRPr lang="en-GB"/>
        </a:p>
      </dgm:t>
    </dgm:pt>
    <dgm:pt modelId="{0E33E150-61D6-8F4F-96EA-47E156C3090B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3</a:t>
          </a:r>
        </a:p>
      </dgm:t>
    </dgm:pt>
    <dgm:pt modelId="{3E4D1FF8-4294-264B-9A47-A6B5F1E26585}" type="parTrans" cxnId="{303BF52F-4978-B146-940B-CCDE65A55D99}">
      <dgm:prSet/>
      <dgm:spPr/>
      <dgm:t>
        <a:bodyPr/>
        <a:lstStyle/>
        <a:p>
          <a:endParaRPr lang="en-GB"/>
        </a:p>
      </dgm:t>
    </dgm:pt>
    <dgm:pt modelId="{79E63104-40B0-A64A-9325-468B9755728E}" type="sibTrans" cxnId="{303BF52F-4978-B146-940B-CCDE65A55D99}">
      <dgm:prSet/>
      <dgm:spPr/>
      <dgm:t>
        <a:bodyPr/>
        <a:lstStyle/>
        <a:p>
          <a:endParaRPr lang="en-GB"/>
        </a:p>
      </dgm:t>
    </dgm:pt>
    <dgm:pt modelId="{501C3256-7179-C649-BB1F-F5EE53573308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4</a:t>
          </a:r>
        </a:p>
      </dgm:t>
    </dgm:pt>
    <dgm:pt modelId="{F4163947-992A-9E44-BD35-71FDB02B403A}" type="parTrans" cxnId="{1E7ECB5F-DBE9-D643-B159-B2EDC11086D6}">
      <dgm:prSet/>
      <dgm:spPr/>
      <dgm:t>
        <a:bodyPr/>
        <a:lstStyle/>
        <a:p>
          <a:endParaRPr lang="en-GB"/>
        </a:p>
      </dgm:t>
    </dgm:pt>
    <dgm:pt modelId="{EFE9084E-55F7-D641-BB50-294B52B35406}" type="sibTrans" cxnId="{1E7ECB5F-DBE9-D643-B159-B2EDC11086D6}">
      <dgm:prSet/>
      <dgm:spPr/>
      <dgm:t>
        <a:bodyPr/>
        <a:lstStyle/>
        <a:p>
          <a:endParaRPr lang="en-GB"/>
        </a:p>
      </dgm:t>
    </dgm:pt>
    <dgm:pt modelId="{41AD2A16-5ED6-7F40-9376-7C2AE9A57662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5</a:t>
          </a:r>
        </a:p>
      </dgm:t>
    </dgm:pt>
    <dgm:pt modelId="{36108FAF-8079-3F47-8CF0-ABE3BB3C8CAC}" type="parTrans" cxnId="{8B7EFD82-320C-AE41-B6BD-21020DF42133}">
      <dgm:prSet/>
      <dgm:spPr/>
      <dgm:t>
        <a:bodyPr/>
        <a:lstStyle/>
        <a:p>
          <a:endParaRPr lang="en-GB"/>
        </a:p>
      </dgm:t>
    </dgm:pt>
    <dgm:pt modelId="{DF0F89EF-0924-B54D-8F48-F34B5036B6B8}" type="sibTrans" cxnId="{8B7EFD82-320C-AE41-B6BD-21020DF42133}">
      <dgm:prSet/>
      <dgm:spPr/>
      <dgm:t>
        <a:bodyPr/>
        <a:lstStyle/>
        <a:p>
          <a:endParaRPr lang="en-GB"/>
        </a:p>
      </dgm:t>
    </dgm:pt>
    <dgm:pt modelId="{D510C43F-859A-4A46-9141-FD7BAA9ABD04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6</a:t>
          </a:r>
        </a:p>
      </dgm:t>
    </dgm:pt>
    <dgm:pt modelId="{60402670-9F59-E34C-B372-429A60384AFB}" type="parTrans" cxnId="{E0296885-5F51-C449-8664-CCAAE8BC90B1}">
      <dgm:prSet/>
      <dgm:spPr/>
      <dgm:t>
        <a:bodyPr/>
        <a:lstStyle/>
        <a:p>
          <a:endParaRPr lang="en-GB"/>
        </a:p>
      </dgm:t>
    </dgm:pt>
    <dgm:pt modelId="{FA6D2B29-6F48-DF45-AF89-7C38FABC5D84}" type="sibTrans" cxnId="{E0296885-5F51-C449-8664-CCAAE8BC90B1}">
      <dgm:prSet/>
      <dgm:spPr/>
      <dgm:t>
        <a:bodyPr/>
        <a:lstStyle/>
        <a:p>
          <a:endParaRPr lang="en-GB"/>
        </a:p>
      </dgm:t>
    </dgm:pt>
    <dgm:pt modelId="{A12F731E-06EC-A947-A9B5-C4DA1AAC89DF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7</a:t>
          </a:r>
        </a:p>
      </dgm:t>
    </dgm:pt>
    <dgm:pt modelId="{E70090A1-6952-7643-B724-F9D8E8A8CD49}" type="parTrans" cxnId="{E5935A00-CC85-284E-A026-9DEECA4EAE4C}">
      <dgm:prSet/>
      <dgm:spPr/>
      <dgm:t>
        <a:bodyPr/>
        <a:lstStyle/>
        <a:p>
          <a:endParaRPr lang="en-GB"/>
        </a:p>
      </dgm:t>
    </dgm:pt>
    <dgm:pt modelId="{BDF53AB2-1216-C242-B440-C224AC455732}" type="sibTrans" cxnId="{E5935A00-CC85-284E-A026-9DEECA4EAE4C}">
      <dgm:prSet/>
      <dgm:spPr/>
      <dgm:t>
        <a:bodyPr/>
        <a:lstStyle/>
        <a:p>
          <a:endParaRPr lang="en-GB"/>
        </a:p>
      </dgm:t>
    </dgm:pt>
    <dgm:pt modelId="{4136BC59-4FFB-9144-81E7-F7AC94E87F98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8</a:t>
          </a:r>
        </a:p>
      </dgm:t>
    </dgm:pt>
    <dgm:pt modelId="{AA080DFE-98BF-1049-B938-AA0B951690CF}" type="parTrans" cxnId="{970E6519-F252-8C44-9B24-8AF3EFD0C010}">
      <dgm:prSet/>
      <dgm:spPr/>
      <dgm:t>
        <a:bodyPr/>
        <a:lstStyle/>
        <a:p>
          <a:endParaRPr lang="en-GB"/>
        </a:p>
      </dgm:t>
    </dgm:pt>
    <dgm:pt modelId="{9EB504F0-E98B-C24E-BFD0-0DE415CDEBBA}" type="sibTrans" cxnId="{970E6519-F252-8C44-9B24-8AF3EFD0C010}">
      <dgm:prSet/>
      <dgm:spPr/>
      <dgm:t>
        <a:bodyPr/>
        <a:lstStyle/>
        <a:p>
          <a:endParaRPr lang="en-GB"/>
        </a:p>
      </dgm:t>
    </dgm:pt>
    <dgm:pt modelId="{C2011BEA-9B75-4341-B9C0-E994F30B0BE9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9</a:t>
          </a:r>
        </a:p>
      </dgm:t>
    </dgm:pt>
    <dgm:pt modelId="{F7003E87-40EE-4E4B-8575-79F9C3CECF8C}" type="parTrans" cxnId="{A51D0C71-FD8F-0447-B880-8044FA0728C6}">
      <dgm:prSet/>
      <dgm:spPr/>
      <dgm:t>
        <a:bodyPr/>
        <a:lstStyle/>
        <a:p>
          <a:endParaRPr lang="en-GB"/>
        </a:p>
      </dgm:t>
    </dgm:pt>
    <dgm:pt modelId="{F2471AB1-AE52-D443-BD79-FD10AC1E2028}" type="sibTrans" cxnId="{A51D0C71-FD8F-0447-B880-8044FA0728C6}">
      <dgm:prSet/>
      <dgm:spPr/>
      <dgm:t>
        <a:bodyPr/>
        <a:lstStyle/>
        <a:p>
          <a:endParaRPr lang="en-GB"/>
        </a:p>
      </dgm:t>
    </dgm:pt>
    <dgm:pt modelId="{CA8EB416-DF67-5A42-A615-8FFB95EAF8CD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10</a:t>
          </a:r>
        </a:p>
      </dgm:t>
    </dgm:pt>
    <dgm:pt modelId="{1C5EF6EE-0157-8243-BDEE-E791994DEFEB}" type="parTrans" cxnId="{69B44D34-8B5C-FE47-9569-A19E91F3D054}">
      <dgm:prSet/>
      <dgm:spPr/>
      <dgm:t>
        <a:bodyPr/>
        <a:lstStyle/>
        <a:p>
          <a:endParaRPr lang="en-GB"/>
        </a:p>
      </dgm:t>
    </dgm:pt>
    <dgm:pt modelId="{AD87CA5D-A689-E94D-B3EF-47B78DB56EF8}" type="sibTrans" cxnId="{69B44D34-8B5C-FE47-9569-A19E91F3D054}">
      <dgm:prSet/>
      <dgm:spPr/>
      <dgm:t>
        <a:bodyPr/>
        <a:lstStyle/>
        <a:p>
          <a:endParaRPr lang="en-GB"/>
        </a:p>
      </dgm:t>
    </dgm:pt>
    <dgm:pt modelId="{30FEC6B6-9C0F-4E41-A9F3-79F95EC2DF61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11</a:t>
          </a:r>
        </a:p>
      </dgm:t>
    </dgm:pt>
    <dgm:pt modelId="{24BF5CE2-15A1-584C-8EB2-21B59ABD69B7}" type="parTrans" cxnId="{18286A7F-DBBF-E749-A1CE-C6FB68957F94}">
      <dgm:prSet/>
      <dgm:spPr/>
      <dgm:t>
        <a:bodyPr/>
        <a:lstStyle/>
        <a:p>
          <a:endParaRPr lang="en-GB"/>
        </a:p>
      </dgm:t>
    </dgm:pt>
    <dgm:pt modelId="{3A9EF99C-A8D2-3144-BB31-E6B3138BA892}" type="sibTrans" cxnId="{18286A7F-DBBF-E749-A1CE-C6FB68957F94}">
      <dgm:prSet/>
      <dgm:spPr/>
      <dgm:t>
        <a:bodyPr/>
        <a:lstStyle/>
        <a:p>
          <a:endParaRPr lang="en-GB"/>
        </a:p>
      </dgm:t>
    </dgm:pt>
    <dgm:pt modelId="{DC65F722-846B-7A42-864F-0893FC7920A1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12</a:t>
          </a:r>
        </a:p>
      </dgm:t>
    </dgm:pt>
    <dgm:pt modelId="{7E69D9B4-22D1-DE4A-A6C7-D3EA23E541B6}" type="parTrans" cxnId="{230F647D-2EEC-3B44-BE5D-B8508D563B89}">
      <dgm:prSet/>
      <dgm:spPr/>
      <dgm:t>
        <a:bodyPr/>
        <a:lstStyle/>
        <a:p>
          <a:endParaRPr lang="en-GB"/>
        </a:p>
      </dgm:t>
    </dgm:pt>
    <dgm:pt modelId="{2B2A9AAE-E882-6741-A482-3AAB918B4FB6}" type="sibTrans" cxnId="{230F647D-2EEC-3B44-BE5D-B8508D563B89}">
      <dgm:prSet/>
      <dgm:spPr/>
      <dgm:t>
        <a:bodyPr/>
        <a:lstStyle/>
        <a:p>
          <a:endParaRPr lang="en-GB"/>
        </a:p>
      </dgm:t>
    </dgm:pt>
    <dgm:pt modelId="{AECB4F2E-8F1D-CA45-824F-94509205ACA1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13</a:t>
          </a:r>
        </a:p>
      </dgm:t>
    </dgm:pt>
    <dgm:pt modelId="{F03683CA-BB7C-264D-83FC-55BF4F83F857}" type="parTrans" cxnId="{13EF2517-AA7D-064B-AC82-26AAC8399BE0}">
      <dgm:prSet/>
      <dgm:spPr/>
      <dgm:t>
        <a:bodyPr/>
        <a:lstStyle/>
        <a:p>
          <a:endParaRPr lang="en-GB"/>
        </a:p>
      </dgm:t>
    </dgm:pt>
    <dgm:pt modelId="{B6D6ED7D-B489-B248-AF1A-67C858A544AF}" type="sibTrans" cxnId="{13EF2517-AA7D-064B-AC82-26AAC8399BE0}">
      <dgm:prSet/>
      <dgm:spPr/>
      <dgm:t>
        <a:bodyPr/>
        <a:lstStyle/>
        <a:p>
          <a:endParaRPr lang="en-GB"/>
        </a:p>
      </dgm:t>
    </dgm:pt>
    <dgm:pt modelId="{18D111E9-2A44-244C-9CA4-CA6F23EC255C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14</a:t>
          </a:r>
        </a:p>
      </dgm:t>
    </dgm:pt>
    <dgm:pt modelId="{BBA4ADF4-BF24-4F41-B782-16C4568F4625}" type="parTrans" cxnId="{C3629CF8-4EDE-7245-9A06-FDF56B3EEFE7}">
      <dgm:prSet/>
      <dgm:spPr/>
      <dgm:t>
        <a:bodyPr/>
        <a:lstStyle/>
        <a:p>
          <a:endParaRPr lang="en-GB"/>
        </a:p>
      </dgm:t>
    </dgm:pt>
    <dgm:pt modelId="{1C6A4A06-CF34-BF48-9905-C010AC0BEF17}" type="sibTrans" cxnId="{C3629CF8-4EDE-7245-9A06-FDF56B3EEFE7}">
      <dgm:prSet/>
      <dgm:spPr/>
      <dgm:t>
        <a:bodyPr/>
        <a:lstStyle/>
        <a:p>
          <a:endParaRPr lang="en-GB"/>
        </a:p>
      </dgm:t>
    </dgm:pt>
    <dgm:pt modelId="{530C7B0A-F7FE-1746-9C1A-E945E2C494BB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16</a:t>
          </a:r>
        </a:p>
      </dgm:t>
    </dgm:pt>
    <dgm:pt modelId="{F7C496D3-9058-B74D-8695-520F5000C48A}" type="parTrans" cxnId="{39CDCB24-CB5E-354A-8C57-25949279E4D8}">
      <dgm:prSet/>
      <dgm:spPr/>
      <dgm:t>
        <a:bodyPr/>
        <a:lstStyle/>
        <a:p>
          <a:endParaRPr lang="en-GB"/>
        </a:p>
      </dgm:t>
    </dgm:pt>
    <dgm:pt modelId="{AA60B3AF-CD96-EC4A-B96F-2D807D2C9E29}" type="sibTrans" cxnId="{39CDCB24-CB5E-354A-8C57-25949279E4D8}">
      <dgm:prSet/>
      <dgm:spPr/>
      <dgm:t>
        <a:bodyPr/>
        <a:lstStyle/>
        <a:p>
          <a:endParaRPr lang="en-GB"/>
        </a:p>
      </dgm:t>
    </dgm:pt>
    <dgm:pt modelId="{979E13E1-5CA0-A14C-9968-B26C78D099F5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17</a:t>
          </a:r>
        </a:p>
      </dgm:t>
    </dgm:pt>
    <dgm:pt modelId="{0BBEB4E9-6B65-2D4A-9280-ED8F767AD3CC}" type="parTrans" cxnId="{FEDE6990-8FC8-DC45-B5AC-2D360B5A6B7A}">
      <dgm:prSet/>
      <dgm:spPr/>
      <dgm:t>
        <a:bodyPr/>
        <a:lstStyle/>
        <a:p>
          <a:endParaRPr lang="en-GB"/>
        </a:p>
      </dgm:t>
    </dgm:pt>
    <dgm:pt modelId="{7654DB85-9994-284E-83A5-562EFDEC5A2D}" type="sibTrans" cxnId="{FEDE6990-8FC8-DC45-B5AC-2D360B5A6B7A}">
      <dgm:prSet/>
      <dgm:spPr/>
      <dgm:t>
        <a:bodyPr/>
        <a:lstStyle/>
        <a:p>
          <a:endParaRPr lang="en-GB"/>
        </a:p>
      </dgm:t>
    </dgm:pt>
    <dgm:pt modelId="{56D868A8-3577-7E43-9B1E-F9DF8180C0E6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18</a:t>
          </a:r>
        </a:p>
      </dgm:t>
    </dgm:pt>
    <dgm:pt modelId="{92A67E34-D128-B04A-8082-31BA6104EA6B}" type="parTrans" cxnId="{DEB0E4D8-FE3B-5240-B8B1-AB88C5596946}">
      <dgm:prSet/>
      <dgm:spPr/>
      <dgm:t>
        <a:bodyPr/>
        <a:lstStyle/>
        <a:p>
          <a:endParaRPr lang="en-GB"/>
        </a:p>
      </dgm:t>
    </dgm:pt>
    <dgm:pt modelId="{C2245104-DC35-0A4D-85BC-0F49B44FF148}" type="sibTrans" cxnId="{DEB0E4D8-FE3B-5240-B8B1-AB88C5596946}">
      <dgm:prSet/>
      <dgm:spPr/>
      <dgm:t>
        <a:bodyPr/>
        <a:lstStyle/>
        <a:p>
          <a:endParaRPr lang="en-GB"/>
        </a:p>
      </dgm:t>
    </dgm:pt>
    <dgm:pt modelId="{EB517E6F-C177-A245-9757-D259617513E8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FR" dirty="0"/>
            <a:t>15</a:t>
          </a:r>
        </a:p>
      </dgm:t>
    </dgm:pt>
    <dgm:pt modelId="{C9BAEF15-0F94-B446-AF0F-F2FB126712F4}" type="sibTrans" cxnId="{E9657119-204E-6542-990A-98BE7565C83B}">
      <dgm:prSet/>
      <dgm:spPr/>
      <dgm:t>
        <a:bodyPr/>
        <a:lstStyle/>
        <a:p>
          <a:endParaRPr lang="en-GB"/>
        </a:p>
      </dgm:t>
    </dgm:pt>
    <dgm:pt modelId="{3D5B8104-DF89-744D-A59A-5965A4CF4135}" type="parTrans" cxnId="{E9657119-204E-6542-990A-98BE7565C83B}">
      <dgm:prSet/>
      <dgm:spPr/>
      <dgm:t>
        <a:bodyPr/>
        <a:lstStyle/>
        <a:p>
          <a:endParaRPr lang="en-GB"/>
        </a:p>
      </dgm:t>
    </dgm:pt>
    <dgm:pt modelId="{C1E2266E-74E3-414D-B150-DE77A37AC796}" type="pres">
      <dgm:prSet presAssocID="{B79B5B14-D763-9542-941F-AE297A0995F8}" presName="Name0" presStyleCnt="0">
        <dgm:presLayoutVars>
          <dgm:dir/>
          <dgm:animLvl val="lvl"/>
          <dgm:resizeHandles val="exact"/>
        </dgm:presLayoutVars>
      </dgm:prSet>
      <dgm:spPr/>
    </dgm:pt>
    <dgm:pt modelId="{BB647990-B3B9-1C46-87F7-A6F40CFC3A02}" type="pres">
      <dgm:prSet presAssocID="{0CBA135E-B86D-0549-8C87-423D0F7372B9}" presName="parTxOnly" presStyleLbl="node1" presStyleIdx="0" presStyleCnt="18">
        <dgm:presLayoutVars>
          <dgm:chMax val="0"/>
          <dgm:chPref val="0"/>
          <dgm:bulletEnabled val="1"/>
        </dgm:presLayoutVars>
      </dgm:prSet>
      <dgm:spPr/>
    </dgm:pt>
    <dgm:pt modelId="{0E75EF69-EEB9-2148-90DA-ADD3072EE433}" type="pres">
      <dgm:prSet presAssocID="{E2233493-9B46-EA40-A12B-6C819B1474B7}" presName="parTxOnlySpace" presStyleCnt="0"/>
      <dgm:spPr/>
    </dgm:pt>
    <dgm:pt modelId="{D946FBF6-0A2F-BC46-9B94-5879F439DFC6}" type="pres">
      <dgm:prSet presAssocID="{922861C6-5C44-1546-9F4E-EE1FE7B888CE}" presName="parTxOnly" presStyleLbl="node1" presStyleIdx="1" presStyleCnt="18">
        <dgm:presLayoutVars>
          <dgm:chMax val="0"/>
          <dgm:chPref val="0"/>
          <dgm:bulletEnabled val="1"/>
        </dgm:presLayoutVars>
      </dgm:prSet>
      <dgm:spPr/>
    </dgm:pt>
    <dgm:pt modelId="{40361037-08BD-DC4F-86D6-562CCEE94FCB}" type="pres">
      <dgm:prSet presAssocID="{EA067650-3F1A-8644-8C71-B10D4B4E2B12}" presName="parTxOnlySpace" presStyleCnt="0"/>
      <dgm:spPr/>
    </dgm:pt>
    <dgm:pt modelId="{477941FB-CE61-9347-97AC-2148120B30A6}" type="pres">
      <dgm:prSet presAssocID="{0E33E150-61D6-8F4F-96EA-47E156C3090B}" presName="parTxOnly" presStyleLbl="node1" presStyleIdx="2" presStyleCnt="18">
        <dgm:presLayoutVars>
          <dgm:chMax val="0"/>
          <dgm:chPref val="0"/>
          <dgm:bulletEnabled val="1"/>
        </dgm:presLayoutVars>
      </dgm:prSet>
      <dgm:spPr/>
    </dgm:pt>
    <dgm:pt modelId="{6149DA8D-C080-2547-BD85-0B9032F7503F}" type="pres">
      <dgm:prSet presAssocID="{79E63104-40B0-A64A-9325-468B9755728E}" presName="parTxOnlySpace" presStyleCnt="0"/>
      <dgm:spPr/>
    </dgm:pt>
    <dgm:pt modelId="{487B5AB9-3E5C-FC46-95DB-841BB6A1C030}" type="pres">
      <dgm:prSet presAssocID="{501C3256-7179-C649-BB1F-F5EE53573308}" presName="parTxOnly" presStyleLbl="node1" presStyleIdx="3" presStyleCnt="18">
        <dgm:presLayoutVars>
          <dgm:chMax val="0"/>
          <dgm:chPref val="0"/>
          <dgm:bulletEnabled val="1"/>
        </dgm:presLayoutVars>
      </dgm:prSet>
      <dgm:spPr/>
    </dgm:pt>
    <dgm:pt modelId="{6CEE83B4-1321-264E-802C-B605C3A668B4}" type="pres">
      <dgm:prSet presAssocID="{EFE9084E-55F7-D641-BB50-294B52B35406}" presName="parTxOnlySpace" presStyleCnt="0"/>
      <dgm:spPr/>
    </dgm:pt>
    <dgm:pt modelId="{EB2E9814-A402-B649-AB39-DF4D2E00D438}" type="pres">
      <dgm:prSet presAssocID="{41AD2A16-5ED6-7F40-9376-7C2AE9A57662}" presName="parTxOnly" presStyleLbl="node1" presStyleIdx="4" presStyleCnt="18">
        <dgm:presLayoutVars>
          <dgm:chMax val="0"/>
          <dgm:chPref val="0"/>
          <dgm:bulletEnabled val="1"/>
        </dgm:presLayoutVars>
      </dgm:prSet>
      <dgm:spPr/>
    </dgm:pt>
    <dgm:pt modelId="{1DD50000-5B7B-8340-BCF4-8BE0666531F9}" type="pres">
      <dgm:prSet presAssocID="{DF0F89EF-0924-B54D-8F48-F34B5036B6B8}" presName="parTxOnlySpace" presStyleCnt="0"/>
      <dgm:spPr/>
    </dgm:pt>
    <dgm:pt modelId="{2A809F05-EF96-694A-A483-328CAEDFE325}" type="pres">
      <dgm:prSet presAssocID="{D510C43F-859A-4A46-9141-FD7BAA9ABD04}" presName="parTxOnly" presStyleLbl="node1" presStyleIdx="5" presStyleCnt="18">
        <dgm:presLayoutVars>
          <dgm:chMax val="0"/>
          <dgm:chPref val="0"/>
          <dgm:bulletEnabled val="1"/>
        </dgm:presLayoutVars>
      </dgm:prSet>
      <dgm:spPr/>
    </dgm:pt>
    <dgm:pt modelId="{3A70F4D4-36B9-AA4D-8071-2DA0F770ED33}" type="pres">
      <dgm:prSet presAssocID="{FA6D2B29-6F48-DF45-AF89-7C38FABC5D84}" presName="parTxOnlySpace" presStyleCnt="0"/>
      <dgm:spPr/>
    </dgm:pt>
    <dgm:pt modelId="{47B3DC8B-2C69-554F-8E80-997136EAFDC0}" type="pres">
      <dgm:prSet presAssocID="{A12F731E-06EC-A947-A9B5-C4DA1AAC89DF}" presName="parTxOnly" presStyleLbl="node1" presStyleIdx="6" presStyleCnt="18">
        <dgm:presLayoutVars>
          <dgm:chMax val="0"/>
          <dgm:chPref val="0"/>
          <dgm:bulletEnabled val="1"/>
        </dgm:presLayoutVars>
      </dgm:prSet>
      <dgm:spPr/>
    </dgm:pt>
    <dgm:pt modelId="{4B60EC67-86D4-B249-852A-AC981EB4069E}" type="pres">
      <dgm:prSet presAssocID="{BDF53AB2-1216-C242-B440-C224AC455732}" presName="parTxOnlySpace" presStyleCnt="0"/>
      <dgm:spPr/>
    </dgm:pt>
    <dgm:pt modelId="{B3C3A7F7-C2F3-0F47-BFAC-32FF43670A83}" type="pres">
      <dgm:prSet presAssocID="{4136BC59-4FFB-9144-81E7-F7AC94E87F98}" presName="parTxOnly" presStyleLbl="node1" presStyleIdx="7" presStyleCnt="18">
        <dgm:presLayoutVars>
          <dgm:chMax val="0"/>
          <dgm:chPref val="0"/>
          <dgm:bulletEnabled val="1"/>
        </dgm:presLayoutVars>
      </dgm:prSet>
      <dgm:spPr/>
    </dgm:pt>
    <dgm:pt modelId="{23E27047-DFC6-1149-8543-A08DC0A8116A}" type="pres">
      <dgm:prSet presAssocID="{9EB504F0-E98B-C24E-BFD0-0DE415CDEBBA}" presName="parTxOnlySpace" presStyleCnt="0"/>
      <dgm:spPr/>
    </dgm:pt>
    <dgm:pt modelId="{9265EA04-489E-1548-BBB5-6A185CDDF5D5}" type="pres">
      <dgm:prSet presAssocID="{C2011BEA-9B75-4341-B9C0-E994F30B0BE9}" presName="parTxOnly" presStyleLbl="node1" presStyleIdx="8" presStyleCnt="18">
        <dgm:presLayoutVars>
          <dgm:chMax val="0"/>
          <dgm:chPref val="0"/>
          <dgm:bulletEnabled val="1"/>
        </dgm:presLayoutVars>
      </dgm:prSet>
      <dgm:spPr/>
    </dgm:pt>
    <dgm:pt modelId="{14A2A497-A5FD-964D-892B-39EB3E3DC395}" type="pres">
      <dgm:prSet presAssocID="{F2471AB1-AE52-D443-BD79-FD10AC1E2028}" presName="parTxOnlySpace" presStyleCnt="0"/>
      <dgm:spPr/>
    </dgm:pt>
    <dgm:pt modelId="{BCF0178C-9394-3441-9D25-372E4D1E53C0}" type="pres">
      <dgm:prSet presAssocID="{CA8EB416-DF67-5A42-A615-8FFB95EAF8CD}" presName="parTxOnly" presStyleLbl="node1" presStyleIdx="9" presStyleCnt="18">
        <dgm:presLayoutVars>
          <dgm:chMax val="0"/>
          <dgm:chPref val="0"/>
          <dgm:bulletEnabled val="1"/>
        </dgm:presLayoutVars>
      </dgm:prSet>
      <dgm:spPr/>
    </dgm:pt>
    <dgm:pt modelId="{1909E0EE-B243-8A4D-A6A4-67AC275DCF62}" type="pres">
      <dgm:prSet presAssocID="{AD87CA5D-A689-E94D-B3EF-47B78DB56EF8}" presName="parTxOnlySpace" presStyleCnt="0"/>
      <dgm:spPr/>
    </dgm:pt>
    <dgm:pt modelId="{34F2073F-5475-D14E-8F9E-0821D9D5DDC4}" type="pres">
      <dgm:prSet presAssocID="{30FEC6B6-9C0F-4E41-A9F3-79F95EC2DF61}" presName="parTxOnly" presStyleLbl="node1" presStyleIdx="10" presStyleCnt="18">
        <dgm:presLayoutVars>
          <dgm:chMax val="0"/>
          <dgm:chPref val="0"/>
          <dgm:bulletEnabled val="1"/>
        </dgm:presLayoutVars>
      </dgm:prSet>
      <dgm:spPr/>
    </dgm:pt>
    <dgm:pt modelId="{90801291-9625-764F-938B-F9A6EEB43890}" type="pres">
      <dgm:prSet presAssocID="{3A9EF99C-A8D2-3144-BB31-E6B3138BA892}" presName="parTxOnlySpace" presStyleCnt="0"/>
      <dgm:spPr/>
    </dgm:pt>
    <dgm:pt modelId="{300E89FA-4A10-9A45-A2F2-876B9672B0CC}" type="pres">
      <dgm:prSet presAssocID="{DC65F722-846B-7A42-864F-0893FC7920A1}" presName="parTxOnly" presStyleLbl="node1" presStyleIdx="11" presStyleCnt="18">
        <dgm:presLayoutVars>
          <dgm:chMax val="0"/>
          <dgm:chPref val="0"/>
          <dgm:bulletEnabled val="1"/>
        </dgm:presLayoutVars>
      </dgm:prSet>
      <dgm:spPr/>
    </dgm:pt>
    <dgm:pt modelId="{21A4670A-21D6-034B-A2DF-14AD4AFEC794}" type="pres">
      <dgm:prSet presAssocID="{2B2A9AAE-E882-6741-A482-3AAB918B4FB6}" presName="parTxOnlySpace" presStyleCnt="0"/>
      <dgm:spPr/>
    </dgm:pt>
    <dgm:pt modelId="{5E9FAE17-A7B7-2047-ADC7-914F7F86196F}" type="pres">
      <dgm:prSet presAssocID="{AECB4F2E-8F1D-CA45-824F-94509205ACA1}" presName="parTxOnly" presStyleLbl="node1" presStyleIdx="12" presStyleCnt="18">
        <dgm:presLayoutVars>
          <dgm:chMax val="0"/>
          <dgm:chPref val="0"/>
          <dgm:bulletEnabled val="1"/>
        </dgm:presLayoutVars>
      </dgm:prSet>
      <dgm:spPr/>
    </dgm:pt>
    <dgm:pt modelId="{80042BD6-B7F7-F245-85DE-8808664BFA58}" type="pres">
      <dgm:prSet presAssocID="{B6D6ED7D-B489-B248-AF1A-67C858A544AF}" presName="parTxOnlySpace" presStyleCnt="0"/>
      <dgm:spPr/>
    </dgm:pt>
    <dgm:pt modelId="{95936676-A32B-3243-9333-0302D942A125}" type="pres">
      <dgm:prSet presAssocID="{18D111E9-2A44-244C-9CA4-CA6F23EC255C}" presName="parTxOnly" presStyleLbl="node1" presStyleIdx="13" presStyleCnt="18">
        <dgm:presLayoutVars>
          <dgm:chMax val="0"/>
          <dgm:chPref val="0"/>
          <dgm:bulletEnabled val="1"/>
        </dgm:presLayoutVars>
      </dgm:prSet>
      <dgm:spPr/>
    </dgm:pt>
    <dgm:pt modelId="{511E3AEC-83A3-0144-9142-35DCA6145317}" type="pres">
      <dgm:prSet presAssocID="{1C6A4A06-CF34-BF48-9905-C010AC0BEF17}" presName="parTxOnlySpace" presStyleCnt="0"/>
      <dgm:spPr/>
    </dgm:pt>
    <dgm:pt modelId="{FD1892CD-EF67-6D41-AA59-42E373EE314B}" type="pres">
      <dgm:prSet presAssocID="{EB517E6F-C177-A245-9757-D259617513E8}" presName="parTxOnly" presStyleLbl="node1" presStyleIdx="14" presStyleCnt="18">
        <dgm:presLayoutVars>
          <dgm:chMax val="0"/>
          <dgm:chPref val="0"/>
          <dgm:bulletEnabled val="1"/>
        </dgm:presLayoutVars>
      </dgm:prSet>
      <dgm:spPr/>
    </dgm:pt>
    <dgm:pt modelId="{1165A5BC-F222-8840-9666-D804F2ACA15C}" type="pres">
      <dgm:prSet presAssocID="{C9BAEF15-0F94-B446-AF0F-F2FB126712F4}" presName="parTxOnlySpace" presStyleCnt="0"/>
      <dgm:spPr/>
    </dgm:pt>
    <dgm:pt modelId="{69DC2677-97C7-3A4A-88C7-2273EC330FB8}" type="pres">
      <dgm:prSet presAssocID="{530C7B0A-F7FE-1746-9C1A-E945E2C494BB}" presName="parTxOnly" presStyleLbl="node1" presStyleIdx="15" presStyleCnt="18">
        <dgm:presLayoutVars>
          <dgm:chMax val="0"/>
          <dgm:chPref val="0"/>
          <dgm:bulletEnabled val="1"/>
        </dgm:presLayoutVars>
      </dgm:prSet>
      <dgm:spPr/>
    </dgm:pt>
    <dgm:pt modelId="{88B02355-8490-AD4B-98FB-E8EA4ADEEE5F}" type="pres">
      <dgm:prSet presAssocID="{AA60B3AF-CD96-EC4A-B96F-2D807D2C9E29}" presName="parTxOnlySpace" presStyleCnt="0"/>
      <dgm:spPr/>
    </dgm:pt>
    <dgm:pt modelId="{70DD8E72-EC1D-2B4D-A3BE-BF55DBF49F61}" type="pres">
      <dgm:prSet presAssocID="{979E13E1-5CA0-A14C-9968-B26C78D099F5}" presName="parTxOnly" presStyleLbl="node1" presStyleIdx="16" presStyleCnt="18">
        <dgm:presLayoutVars>
          <dgm:chMax val="0"/>
          <dgm:chPref val="0"/>
          <dgm:bulletEnabled val="1"/>
        </dgm:presLayoutVars>
      </dgm:prSet>
      <dgm:spPr/>
    </dgm:pt>
    <dgm:pt modelId="{B5C77B94-43B6-3341-9479-194CA8E6FDE5}" type="pres">
      <dgm:prSet presAssocID="{7654DB85-9994-284E-83A5-562EFDEC5A2D}" presName="parTxOnlySpace" presStyleCnt="0"/>
      <dgm:spPr/>
    </dgm:pt>
    <dgm:pt modelId="{76BE0F97-B7D3-AB4D-BA54-5A4878D8E9A1}" type="pres">
      <dgm:prSet presAssocID="{56D868A8-3577-7E43-9B1E-F9DF8180C0E6}" presName="parTxOnly" presStyleLbl="node1" presStyleIdx="17" presStyleCnt="18">
        <dgm:presLayoutVars>
          <dgm:chMax val="0"/>
          <dgm:chPref val="0"/>
          <dgm:bulletEnabled val="1"/>
        </dgm:presLayoutVars>
      </dgm:prSet>
      <dgm:spPr/>
    </dgm:pt>
  </dgm:ptLst>
  <dgm:cxnLst>
    <dgm:cxn modelId="{E5935A00-CC85-284E-A026-9DEECA4EAE4C}" srcId="{B79B5B14-D763-9542-941F-AE297A0995F8}" destId="{A12F731E-06EC-A947-A9B5-C4DA1AAC89DF}" srcOrd="6" destOrd="0" parTransId="{E70090A1-6952-7643-B724-F9D8E8A8CD49}" sibTransId="{BDF53AB2-1216-C242-B440-C224AC455732}"/>
    <dgm:cxn modelId="{FC624611-6946-D04F-AD03-9B2803A40A7E}" type="presOf" srcId="{530C7B0A-F7FE-1746-9C1A-E945E2C494BB}" destId="{69DC2677-97C7-3A4A-88C7-2273EC330FB8}" srcOrd="0" destOrd="0" presId="urn:microsoft.com/office/officeart/2005/8/layout/chevron1"/>
    <dgm:cxn modelId="{13EF2517-AA7D-064B-AC82-26AAC8399BE0}" srcId="{B79B5B14-D763-9542-941F-AE297A0995F8}" destId="{AECB4F2E-8F1D-CA45-824F-94509205ACA1}" srcOrd="12" destOrd="0" parTransId="{F03683CA-BB7C-264D-83FC-55BF4F83F857}" sibTransId="{B6D6ED7D-B489-B248-AF1A-67C858A544AF}"/>
    <dgm:cxn modelId="{970E6519-F252-8C44-9B24-8AF3EFD0C010}" srcId="{B79B5B14-D763-9542-941F-AE297A0995F8}" destId="{4136BC59-4FFB-9144-81E7-F7AC94E87F98}" srcOrd="7" destOrd="0" parTransId="{AA080DFE-98BF-1049-B938-AA0B951690CF}" sibTransId="{9EB504F0-E98B-C24E-BFD0-0DE415CDEBBA}"/>
    <dgm:cxn modelId="{E9657119-204E-6542-990A-98BE7565C83B}" srcId="{B79B5B14-D763-9542-941F-AE297A0995F8}" destId="{EB517E6F-C177-A245-9757-D259617513E8}" srcOrd="14" destOrd="0" parTransId="{3D5B8104-DF89-744D-A59A-5965A4CF4135}" sibTransId="{C9BAEF15-0F94-B446-AF0F-F2FB126712F4}"/>
    <dgm:cxn modelId="{39CDCB24-CB5E-354A-8C57-25949279E4D8}" srcId="{B79B5B14-D763-9542-941F-AE297A0995F8}" destId="{530C7B0A-F7FE-1746-9C1A-E945E2C494BB}" srcOrd="15" destOrd="0" parTransId="{F7C496D3-9058-B74D-8695-520F5000C48A}" sibTransId="{AA60B3AF-CD96-EC4A-B96F-2D807D2C9E29}"/>
    <dgm:cxn modelId="{303BF52F-4978-B146-940B-CCDE65A55D99}" srcId="{B79B5B14-D763-9542-941F-AE297A0995F8}" destId="{0E33E150-61D6-8F4F-96EA-47E156C3090B}" srcOrd="2" destOrd="0" parTransId="{3E4D1FF8-4294-264B-9A47-A6B5F1E26585}" sibTransId="{79E63104-40B0-A64A-9325-468B9755728E}"/>
    <dgm:cxn modelId="{69B44D34-8B5C-FE47-9569-A19E91F3D054}" srcId="{B79B5B14-D763-9542-941F-AE297A0995F8}" destId="{CA8EB416-DF67-5A42-A615-8FFB95EAF8CD}" srcOrd="9" destOrd="0" parTransId="{1C5EF6EE-0157-8243-BDEE-E791994DEFEB}" sibTransId="{AD87CA5D-A689-E94D-B3EF-47B78DB56EF8}"/>
    <dgm:cxn modelId="{55A73D36-72B7-0C49-9F31-7599B05817F4}" type="presOf" srcId="{41AD2A16-5ED6-7F40-9376-7C2AE9A57662}" destId="{EB2E9814-A402-B649-AB39-DF4D2E00D438}" srcOrd="0" destOrd="0" presId="urn:microsoft.com/office/officeart/2005/8/layout/chevron1"/>
    <dgm:cxn modelId="{4315E83C-5F40-184F-A3D7-63B39F0B8E60}" type="presOf" srcId="{CA8EB416-DF67-5A42-A615-8FFB95EAF8CD}" destId="{BCF0178C-9394-3441-9D25-372E4D1E53C0}" srcOrd="0" destOrd="0" presId="urn:microsoft.com/office/officeart/2005/8/layout/chevron1"/>
    <dgm:cxn modelId="{C5DADD3E-7B67-DE4B-8E16-68498EEED0DC}" type="presOf" srcId="{501C3256-7179-C649-BB1F-F5EE53573308}" destId="{487B5AB9-3E5C-FC46-95DB-841BB6A1C030}" srcOrd="0" destOrd="0" presId="urn:microsoft.com/office/officeart/2005/8/layout/chevron1"/>
    <dgm:cxn modelId="{1E7ECB5F-DBE9-D643-B159-B2EDC11086D6}" srcId="{B79B5B14-D763-9542-941F-AE297A0995F8}" destId="{501C3256-7179-C649-BB1F-F5EE53573308}" srcOrd="3" destOrd="0" parTransId="{F4163947-992A-9E44-BD35-71FDB02B403A}" sibTransId="{EFE9084E-55F7-D641-BB50-294B52B35406}"/>
    <dgm:cxn modelId="{C60C9964-84B3-C048-9C21-2BBEFF0FC547}" type="presOf" srcId="{A12F731E-06EC-A947-A9B5-C4DA1AAC89DF}" destId="{47B3DC8B-2C69-554F-8E80-997136EAFDC0}" srcOrd="0" destOrd="0" presId="urn:microsoft.com/office/officeart/2005/8/layout/chevron1"/>
    <dgm:cxn modelId="{C455C06A-44DE-8E42-86BA-49FA85A4CFFB}" type="presOf" srcId="{C2011BEA-9B75-4341-B9C0-E994F30B0BE9}" destId="{9265EA04-489E-1548-BBB5-6A185CDDF5D5}" srcOrd="0" destOrd="0" presId="urn:microsoft.com/office/officeart/2005/8/layout/chevron1"/>
    <dgm:cxn modelId="{FC2E5E6B-4E84-564F-8547-DDBFAD64C8D7}" type="presOf" srcId="{AECB4F2E-8F1D-CA45-824F-94509205ACA1}" destId="{5E9FAE17-A7B7-2047-ADC7-914F7F86196F}" srcOrd="0" destOrd="0" presId="urn:microsoft.com/office/officeart/2005/8/layout/chevron1"/>
    <dgm:cxn modelId="{A51D0C71-FD8F-0447-B880-8044FA0728C6}" srcId="{B79B5B14-D763-9542-941F-AE297A0995F8}" destId="{C2011BEA-9B75-4341-B9C0-E994F30B0BE9}" srcOrd="8" destOrd="0" parTransId="{F7003E87-40EE-4E4B-8575-79F9C3CECF8C}" sibTransId="{F2471AB1-AE52-D443-BD79-FD10AC1E2028}"/>
    <dgm:cxn modelId="{19D80978-BFB7-F345-AD2F-150BA2BC67C6}" type="presOf" srcId="{B79B5B14-D763-9542-941F-AE297A0995F8}" destId="{C1E2266E-74E3-414D-B150-DE77A37AC796}" srcOrd="0" destOrd="0" presId="urn:microsoft.com/office/officeart/2005/8/layout/chevron1"/>
    <dgm:cxn modelId="{230F647D-2EEC-3B44-BE5D-B8508D563B89}" srcId="{B79B5B14-D763-9542-941F-AE297A0995F8}" destId="{DC65F722-846B-7A42-864F-0893FC7920A1}" srcOrd="11" destOrd="0" parTransId="{7E69D9B4-22D1-DE4A-A6C7-D3EA23E541B6}" sibTransId="{2B2A9AAE-E882-6741-A482-3AAB918B4FB6}"/>
    <dgm:cxn modelId="{18286A7F-DBBF-E749-A1CE-C6FB68957F94}" srcId="{B79B5B14-D763-9542-941F-AE297A0995F8}" destId="{30FEC6B6-9C0F-4E41-A9F3-79F95EC2DF61}" srcOrd="10" destOrd="0" parTransId="{24BF5CE2-15A1-584C-8EB2-21B59ABD69B7}" sibTransId="{3A9EF99C-A8D2-3144-BB31-E6B3138BA892}"/>
    <dgm:cxn modelId="{8B7EFD82-320C-AE41-B6BD-21020DF42133}" srcId="{B79B5B14-D763-9542-941F-AE297A0995F8}" destId="{41AD2A16-5ED6-7F40-9376-7C2AE9A57662}" srcOrd="4" destOrd="0" parTransId="{36108FAF-8079-3F47-8CF0-ABE3BB3C8CAC}" sibTransId="{DF0F89EF-0924-B54D-8F48-F34B5036B6B8}"/>
    <dgm:cxn modelId="{E0296885-5F51-C449-8664-CCAAE8BC90B1}" srcId="{B79B5B14-D763-9542-941F-AE297A0995F8}" destId="{D510C43F-859A-4A46-9141-FD7BAA9ABD04}" srcOrd="5" destOrd="0" parTransId="{60402670-9F59-E34C-B372-429A60384AFB}" sibTransId="{FA6D2B29-6F48-DF45-AF89-7C38FABC5D84}"/>
    <dgm:cxn modelId="{FEDE6990-8FC8-DC45-B5AC-2D360B5A6B7A}" srcId="{B79B5B14-D763-9542-941F-AE297A0995F8}" destId="{979E13E1-5CA0-A14C-9968-B26C78D099F5}" srcOrd="16" destOrd="0" parTransId="{0BBEB4E9-6B65-2D4A-9280-ED8F767AD3CC}" sibTransId="{7654DB85-9994-284E-83A5-562EFDEC5A2D}"/>
    <dgm:cxn modelId="{24871E9A-D7EA-184C-9C4D-3517877D7469}" type="presOf" srcId="{0CBA135E-B86D-0549-8C87-423D0F7372B9}" destId="{BB647990-B3B9-1C46-87F7-A6F40CFC3A02}" srcOrd="0" destOrd="0" presId="urn:microsoft.com/office/officeart/2005/8/layout/chevron1"/>
    <dgm:cxn modelId="{A8C443A2-963A-B94E-BA97-A4E0A55B7555}" type="presOf" srcId="{EB517E6F-C177-A245-9757-D259617513E8}" destId="{FD1892CD-EF67-6D41-AA59-42E373EE314B}" srcOrd="0" destOrd="0" presId="urn:microsoft.com/office/officeart/2005/8/layout/chevron1"/>
    <dgm:cxn modelId="{709018A3-B80A-2240-B3FF-53467167603F}" srcId="{B79B5B14-D763-9542-941F-AE297A0995F8}" destId="{922861C6-5C44-1546-9F4E-EE1FE7B888CE}" srcOrd="1" destOrd="0" parTransId="{2346346D-E07C-BB49-A785-F4938F550340}" sibTransId="{EA067650-3F1A-8644-8C71-B10D4B4E2B12}"/>
    <dgm:cxn modelId="{D9DE6AA5-7AA8-0D4A-A22D-1F294DEE2E48}" type="presOf" srcId="{18D111E9-2A44-244C-9CA4-CA6F23EC255C}" destId="{95936676-A32B-3243-9333-0302D942A125}" srcOrd="0" destOrd="0" presId="urn:microsoft.com/office/officeart/2005/8/layout/chevron1"/>
    <dgm:cxn modelId="{F80A4EAC-9B8C-FB45-A9BD-A23A7013BF0C}" srcId="{B79B5B14-D763-9542-941F-AE297A0995F8}" destId="{0CBA135E-B86D-0549-8C87-423D0F7372B9}" srcOrd="0" destOrd="0" parTransId="{53A20628-F644-744B-8C5F-4997F15B213B}" sibTransId="{E2233493-9B46-EA40-A12B-6C819B1474B7}"/>
    <dgm:cxn modelId="{911153AC-7170-B844-8B9B-2F53FBAF5EAD}" type="presOf" srcId="{4136BC59-4FFB-9144-81E7-F7AC94E87F98}" destId="{B3C3A7F7-C2F3-0F47-BFAC-32FF43670A83}" srcOrd="0" destOrd="0" presId="urn:microsoft.com/office/officeart/2005/8/layout/chevron1"/>
    <dgm:cxn modelId="{03EE20B4-0753-B24D-BFF4-63B91446EDD6}" type="presOf" srcId="{D510C43F-859A-4A46-9141-FD7BAA9ABD04}" destId="{2A809F05-EF96-694A-A483-328CAEDFE325}" srcOrd="0" destOrd="0" presId="urn:microsoft.com/office/officeart/2005/8/layout/chevron1"/>
    <dgm:cxn modelId="{8A13AABA-E439-C745-829E-A96376770715}" type="presOf" srcId="{DC65F722-846B-7A42-864F-0893FC7920A1}" destId="{300E89FA-4A10-9A45-A2F2-876B9672B0CC}" srcOrd="0" destOrd="0" presId="urn:microsoft.com/office/officeart/2005/8/layout/chevron1"/>
    <dgm:cxn modelId="{BD59ABC0-01A5-3D41-95B7-2FBD9C207214}" type="presOf" srcId="{922861C6-5C44-1546-9F4E-EE1FE7B888CE}" destId="{D946FBF6-0A2F-BC46-9B94-5879F439DFC6}" srcOrd="0" destOrd="0" presId="urn:microsoft.com/office/officeart/2005/8/layout/chevron1"/>
    <dgm:cxn modelId="{4DE1A2CD-5B05-7746-AB3D-70E0C7EB5E1E}" type="presOf" srcId="{0E33E150-61D6-8F4F-96EA-47E156C3090B}" destId="{477941FB-CE61-9347-97AC-2148120B30A6}" srcOrd="0" destOrd="0" presId="urn:microsoft.com/office/officeart/2005/8/layout/chevron1"/>
    <dgm:cxn modelId="{AB94EBD0-B1CB-FB43-BFEF-1762F4BDF413}" type="presOf" srcId="{56D868A8-3577-7E43-9B1E-F9DF8180C0E6}" destId="{76BE0F97-B7D3-AB4D-BA54-5A4878D8E9A1}" srcOrd="0" destOrd="0" presId="urn:microsoft.com/office/officeart/2005/8/layout/chevron1"/>
    <dgm:cxn modelId="{DEB0E4D8-FE3B-5240-B8B1-AB88C5596946}" srcId="{B79B5B14-D763-9542-941F-AE297A0995F8}" destId="{56D868A8-3577-7E43-9B1E-F9DF8180C0E6}" srcOrd="17" destOrd="0" parTransId="{92A67E34-D128-B04A-8082-31BA6104EA6B}" sibTransId="{C2245104-DC35-0A4D-85BC-0F49B44FF148}"/>
    <dgm:cxn modelId="{0B39A2DC-22B7-AA49-8F2B-BFBFF08FCB1B}" type="presOf" srcId="{979E13E1-5CA0-A14C-9968-B26C78D099F5}" destId="{70DD8E72-EC1D-2B4D-A3BE-BF55DBF49F61}" srcOrd="0" destOrd="0" presId="urn:microsoft.com/office/officeart/2005/8/layout/chevron1"/>
    <dgm:cxn modelId="{C3629CF8-4EDE-7245-9A06-FDF56B3EEFE7}" srcId="{B79B5B14-D763-9542-941F-AE297A0995F8}" destId="{18D111E9-2A44-244C-9CA4-CA6F23EC255C}" srcOrd="13" destOrd="0" parTransId="{BBA4ADF4-BF24-4F41-B782-16C4568F4625}" sibTransId="{1C6A4A06-CF34-BF48-9905-C010AC0BEF17}"/>
    <dgm:cxn modelId="{B10578FA-3947-9E4C-B630-5BA26922D6D6}" type="presOf" srcId="{30FEC6B6-9C0F-4E41-A9F3-79F95EC2DF61}" destId="{34F2073F-5475-D14E-8F9E-0821D9D5DDC4}" srcOrd="0" destOrd="0" presId="urn:microsoft.com/office/officeart/2005/8/layout/chevron1"/>
    <dgm:cxn modelId="{986A430A-4981-604E-9EC0-DD96AA99C654}" type="presParOf" srcId="{C1E2266E-74E3-414D-B150-DE77A37AC796}" destId="{BB647990-B3B9-1C46-87F7-A6F40CFC3A02}" srcOrd="0" destOrd="0" presId="urn:microsoft.com/office/officeart/2005/8/layout/chevron1"/>
    <dgm:cxn modelId="{E230B21E-C01E-0044-B76D-7C2A7037CAF5}" type="presParOf" srcId="{C1E2266E-74E3-414D-B150-DE77A37AC796}" destId="{0E75EF69-EEB9-2148-90DA-ADD3072EE433}" srcOrd="1" destOrd="0" presId="urn:microsoft.com/office/officeart/2005/8/layout/chevron1"/>
    <dgm:cxn modelId="{A05EDE10-1F01-FA47-8C00-32E44362963A}" type="presParOf" srcId="{C1E2266E-74E3-414D-B150-DE77A37AC796}" destId="{D946FBF6-0A2F-BC46-9B94-5879F439DFC6}" srcOrd="2" destOrd="0" presId="urn:microsoft.com/office/officeart/2005/8/layout/chevron1"/>
    <dgm:cxn modelId="{166C46DE-6216-CC47-A614-0037C5290BF9}" type="presParOf" srcId="{C1E2266E-74E3-414D-B150-DE77A37AC796}" destId="{40361037-08BD-DC4F-86D6-562CCEE94FCB}" srcOrd="3" destOrd="0" presId="urn:microsoft.com/office/officeart/2005/8/layout/chevron1"/>
    <dgm:cxn modelId="{662B5842-E81D-3D41-A9D0-1DB91DA3D35A}" type="presParOf" srcId="{C1E2266E-74E3-414D-B150-DE77A37AC796}" destId="{477941FB-CE61-9347-97AC-2148120B30A6}" srcOrd="4" destOrd="0" presId="urn:microsoft.com/office/officeart/2005/8/layout/chevron1"/>
    <dgm:cxn modelId="{CE7A6332-5433-1B42-8ADE-978BFA0DF01D}" type="presParOf" srcId="{C1E2266E-74E3-414D-B150-DE77A37AC796}" destId="{6149DA8D-C080-2547-BD85-0B9032F7503F}" srcOrd="5" destOrd="0" presId="urn:microsoft.com/office/officeart/2005/8/layout/chevron1"/>
    <dgm:cxn modelId="{2ABB21A8-A5F6-8047-962B-D3C4EA4B1434}" type="presParOf" srcId="{C1E2266E-74E3-414D-B150-DE77A37AC796}" destId="{487B5AB9-3E5C-FC46-95DB-841BB6A1C030}" srcOrd="6" destOrd="0" presId="urn:microsoft.com/office/officeart/2005/8/layout/chevron1"/>
    <dgm:cxn modelId="{2C461E41-E6DC-744B-A10C-94178E281E43}" type="presParOf" srcId="{C1E2266E-74E3-414D-B150-DE77A37AC796}" destId="{6CEE83B4-1321-264E-802C-B605C3A668B4}" srcOrd="7" destOrd="0" presId="urn:microsoft.com/office/officeart/2005/8/layout/chevron1"/>
    <dgm:cxn modelId="{C64CE42E-90E7-8246-8603-D5168F4EE554}" type="presParOf" srcId="{C1E2266E-74E3-414D-B150-DE77A37AC796}" destId="{EB2E9814-A402-B649-AB39-DF4D2E00D438}" srcOrd="8" destOrd="0" presId="urn:microsoft.com/office/officeart/2005/8/layout/chevron1"/>
    <dgm:cxn modelId="{5E0FF8D6-1D47-8D41-B2D6-23AB2F388C7C}" type="presParOf" srcId="{C1E2266E-74E3-414D-B150-DE77A37AC796}" destId="{1DD50000-5B7B-8340-BCF4-8BE0666531F9}" srcOrd="9" destOrd="0" presId="urn:microsoft.com/office/officeart/2005/8/layout/chevron1"/>
    <dgm:cxn modelId="{2FC1F275-138E-B042-B2CB-960255286C2A}" type="presParOf" srcId="{C1E2266E-74E3-414D-B150-DE77A37AC796}" destId="{2A809F05-EF96-694A-A483-328CAEDFE325}" srcOrd="10" destOrd="0" presId="urn:microsoft.com/office/officeart/2005/8/layout/chevron1"/>
    <dgm:cxn modelId="{DC504CA7-A477-5647-9C66-D7404F84533C}" type="presParOf" srcId="{C1E2266E-74E3-414D-B150-DE77A37AC796}" destId="{3A70F4D4-36B9-AA4D-8071-2DA0F770ED33}" srcOrd="11" destOrd="0" presId="urn:microsoft.com/office/officeart/2005/8/layout/chevron1"/>
    <dgm:cxn modelId="{3B4C8261-AFB8-6047-9553-934073F6F857}" type="presParOf" srcId="{C1E2266E-74E3-414D-B150-DE77A37AC796}" destId="{47B3DC8B-2C69-554F-8E80-997136EAFDC0}" srcOrd="12" destOrd="0" presId="urn:microsoft.com/office/officeart/2005/8/layout/chevron1"/>
    <dgm:cxn modelId="{BD64FC25-C60C-EC44-8EB4-B79BDF085210}" type="presParOf" srcId="{C1E2266E-74E3-414D-B150-DE77A37AC796}" destId="{4B60EC67-86D4-B249-852A-AC981EB4069E}" srcOrd="13" destOrd="0" presId="urn:microsoft.com/office/officeart/2005/8/layout/chevron1"/>
    <dgm:cxn modelId="{1C093694-560D-7240-BC6B-4EF465A04D6F}" type="presParOf" srcId="{C1E2266E-74E3-414D-B150-DE77A37AC796}" destId="{B3C3A7F7-C2F3-0F47-BFAC-32FF43670A83}" srcOrd="14" destOrd="0" presId="urn:microsoft.com/office/officeart/2005/8/layout/chevron1"/>
    <dgm:cxn modelId="{20A58923-98A8-A942-9E7C-2C4E269CCF83}" type="presParOf" srcId="{C1E2266E-74E3-414D-B150-DE77A37AC796}" destId="{23E27047-DFC6-1149-8543-A08DC0A8116A}" srcOrd="15" destOrd="0" presId="urn:microsoft.com/office/officeart/2005/8/layout/chevron1"/>
    <dgm:cxn modelId="{C16E3F5C-2BAD-5E41-AB40-81E0832A2110}" type="presParOf" srcId="{C1E2266E-74E3-414D-B150-DE77A37AC796}" destId="{9265EA04-489E-1548-BBB5-6A185CDDF5D5}" srcOrd="16" destOrd="0" presId="urn:microsoft.com/office/officeart/2005/8/layout/chevron1"/>
    <dgm:cxn modelId="{46728FE8-1FD5-2441-BB56-4D7E5042F42D}" type="presParOf" srcId="{C1E2266E-74E3-414D-B150-DE77A37AC796}" destId="{14A2A497-A5FD-964D-892B-39EB3E3DC395}" srcOrd="17" destOrd="0" presId="urn:microsoft.com/office/officeart/2005/8/layout/chevron1"/>
    <dgm:cxn modelId="{39705520-F05B-F24A-A7C4-778F3D3C6E1D}" type="presParOf" srcId="{C1E2266E-74E3-414D-B150-DE77A37AC796}" destId="{BCF0178C-9394-3441-9D25-372E4D1E53C0}" srcOrd="18" destOrd="0" presId="urn:microsoft.com/office/officeart/2005/8/layout/chevron1"/>
    <dgm:cxn modelId="{0FF657B1-622D-8B41-B489-694D9C5D9948}" type="presParOf" srcId="{C1E2266E-74E3-414D-B150-DE77A37AC796}" destId="{1909E0EE-B243-8A4D-A6A4-67AC275DCF62}" srcOrd="19" destOrd="0" presId="urn:microsoft.com/office/officeart/2005/8/layout/chevron1"/>
    <dgm:cxn modelId="{2D10C181-A154-DE46-B9E9-0F1E0B1BCDA1}" type="presParOf" srcId="{C1E2266E-74E3-414D-B150-DE77A37AC796}" destId="{34F2073F-5475-D14E-8F9E-0821D9D5DDC4}" srcOrd="20" destOrd="0" presId="urn:microsoft.com/office/officeart/2005/8/layout/chevron1"/>
    <dgm:cxn modelId="{5E1A1F1E-AA3D-1D46-93D9-066CC14C0A3F}" type="presParOf" srcId="{C1E2266E-74E3-414D-B150-DE77A37AC796}" destId="{90801291-9625-764F-938B-F9A6EEB43890}" srcOrd="21" destOrd="0" presId="urn:microsoft.com/office/officeart/2005/8/layout/chevron1"/>
    <dgm:cxn modelId="{EA69BAFE-2980-364F-ABDC-7674C6A6A504}" type="presParOf" srcId="{C1E2266E-74E3-414D-B150-DE77A37AC796}" destId="{300E89FA-4A10-9A45-A2F2-876B9672B0CC}" srcOrd="22" destOrd="0" presId="urn:microsoft.com/office/officeart/2005/8/layout/chevron1"/>
    <dgm:cxn modelId="{8475D8FA-C488-5D45-AA92-2950D21E8D07}" type="presParOf" srcId="{C1E2266E-74E3-414D-B150-DE77A37AC796}" destId="{21A4670A-21D6-034B-A2DF-14AD4AFEC794}" srcOrd="23" destOrd="0" presId="urn:microsoft.com/office/officeart/2005/8/layout/chevron1"/>
    <dgm:cxn modelId="{DEA6660E-E3FB-9346-A2E4-BDD1E1B7E45D}" type="presParOf" srcId="{C1E2266E-74E3-414D-B150-DE77A37AC796}" destId="{5E9FAE17-A7B7-2047-ADC7-914F7F86196F}" srcOrd="24" destOrd="0" presId="urn:microsoft.com/office/officeart/2005/8/layout/chevron1"/>
    <dgm:cxn modelId="{FA93706B-9698-CD42-BF05-263BEBA4B4A0}" type="presParOf" srcId="{C1E2266E-74E3-414D-B150-DE77A37AC796}" destId="{80042BD6-B7F7-F245-85DE-8808664BFA58}" srcOrd="25" destOrd="0" presId="urn:microsoft.com/office/officeart/2005/8/layout/chevron1"/>
    <dgm:cxn modelId="{456765B3-2D4C-DB40-90F6-C1A92EC8038B}" type="presParOf" srcId="{C1E2266E-74E3-414D-B150-DE77A37AC796}" destId="{95936676-A32B-3243-9333-0302D942A125}" srcOrd="26" destOrd="0" presId="urn:microsoft.com/office/officeart/2005/8/layout/chevron1"/>
    <dgm:cxn modelId="{6BDF5B54-285F-E345-BEE9-47074D4C40B6}" type="presParOf" srcId="{C1E2266E-74E3-414D-B150-DE77A37AC796}" destId="{511E3AEC-83A3-0144-9142-35DCA6145317}" srcOrd="27" destOrd="0" presId="urn:microsoft.com/office/officeart/2005/8/layout/chevron1"/>
    <dgm:cxn modelId="{C8DD159B-2984-C648-AE70-19E9820BFA2E}" type="presParOf" srcId="{C1E2266E-74E3-414D-B150-DE77A37AC796}" destId="{FD1892CD-EF67-6D41-AA59-42E373EE314B}" srcOrd="28" destOrd="0" presId="urn:microsoft.com/office/officeart/2005/8/layout/chevron1"/>
    <dgm:cxn modelId="{642661BC-C3E5-5446-B70C-6E506739CEE5}" type="presParOf" srcId="{C1E2266E-74E3-414D-B150-DE77A37AC796}" destId="{1165A5BC-F222-8840-9666-D804F2ACA15C}" srcOrd="29" destOrd="0" presId="urn:microsoft.com/office/officeart/2005/8/layout/chevron1"/>
    <dgm:cxn modelId="{AEB62329-0C61-A144-9C32-13626464B95C}" type="presParOf" srcId="{C1E2266E-74E3-414D-B150-DE77A37AC796}" destId="{69DC2677-97C7-3A4A-88C7-2273EC330FB8}" srcOrd="30" destOrd="0" presId="urn:microsoft.com/office/officeart/2005/8/layout/chevron1"/>
    <dgm:cxn modelId="{C8633689-E647-FC4C-A8B6-86C997784F26}" type="presParOf" srcId="{C1E2266E-74E3-414D-B150-DE77A37AC796}" destId="{88B02355-8490-AD4B-98FB-E8EA4ADEEE5F}" srcOrd="31" destOrd="0" presId="urn:microsoft.com/office/officeart/2005/8/layout/chevron1"/>
    <dgm:cxn modelId="{5B203536-B220-E149-B8C9-65B61251D9D1}" type="presParOf" srcId="{C1E2266E-74E3-414D-B150-DE77A37AC796}" destId="{70DD8E72-EC1D-2B4D-A3BE-BF55DBF49F61}" srcOrd="32" destOrd="0" presId="urn:microsoft.com/office/officeart/2005/8/layout/chevron1"/>
    <dgm:cxn modelId="{552D7352-B472-BF4B-B905-D638AA4EDDE8}" type="presParOf" srcId="{C1E2266E-74E3-414D-B150-DE77A37AC796}" destId="{B5C77B94-43B6-3341-9479-194CA8E6FDE5}" srcOrd="33" destOrd="0" presId="urn:microsoft.com/office/officeart/2005/8/layout/chevron1"/>
    <dgm:cxn modelId="{2E661E57-BA10-494E-824E-E9B417604144}" type="presParOf" srcId="{C1E2266E-74E3-414D-B150-DE77A37AC796}" destId="{76BE0F97-B7D3-AB4D-BA54-5A4878D8E9A1}" srcOrd="34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5A6D446-1C7C-45DD-9888-1CB0ABD7D5D8}" type="doc">
      <dgm:prSet loTypeId="urn:microsoft.com/office/officeart/2016/7/layout/VerticalDownArrowProcess" loCatId="process" qsTypeId="urn:microsoft.com/office/officeart/2005/8/quickstyle/simple1" qsCatId="simple" csTypeId="urn:microsoft.com/office/officeart/2005/8/colors/accent0_1" csCatId="mainScheme"/>
      <dgm:spPr/>
      <dgm:t>
        <a:bodyPr/>
        <a:lstStyle/>
        <a:p>
          <a:endParaRPr lang="en-US"/>
        </a:p>
      </dgm:t>
    </dgm:pt>
    <dgm:pt modelId="{6ECAF2E8-88D8-44D7-9D70-F99F95868673}">
      <dgm:prSet/>
      <dgm:spPr/>
      <dgm:t>
        <a:bodyPr/>
        <a:lstStyle/>
        <a:p>
          <a:r>
            <a:rPr lang="en-US" b="1"/>
            <a:t>Agentic Workflow Platform</a:t>
          </a:r>
          <a:endParaRPr lang="en-US"/>
        </a:p>
      </dgm:t>
    </dgm:pt>
    <dgm:pt modelId="{51A7AD95-C831-487F-9029-E4BF23E484DB}" type="parTrans" cxnId="{554E3813-34A0-48E1-9B41-6B122468FBB9}">
      <dgm:prSet/>
      <dgm:spPr/>
      <dgm:t>
        <a:bodyPr/>
        <a:lstStyle/>
        <a:p>
          <a:endParaRPr lang="en-US"/>
        </a:p>
      </dgm:t>
    </dgm:pt>
    <dgm:pt modelId="{D630B20D-BCE3-45FB-9FE5-581F6361C390}" type="sibTrans" cxnId="{554E3813-34A0-48E1-9B41-6B122468FBB9}">
      <dgm:prSet/>
      <dgm:spPr/>
      <dgm:t>
        <a:bodyPr/>
        <a:lstStyle/>
        <a:p>
          <a:endParaRPr lang="en-US"/>
        </a:p>
      </dgm:t>
    </dgm:pt>
    <dgm:pt modelId="{4B5D86B9-29D5-457D-AE6F-560DC5DCD221}">
      <dgm:prSet/>
      <dgm:spPr/>
      <dgm:t>
        <a:bodyPr/>
        <a:lstStyle/>
        <a:p>
          <a:r>
            <a:rPr lang="en-US"/>
            <a:t>Total replacement of a static chatbot</a:t>
          </a:r>
        </a:p>
      </dgm:t>
    </dgm:pt>
    <dgm:pt modelId="{D5D85127-74D2-4EF7-8D94-BCB2C6E30272}" type="parTrans" cxnId="{492F77AF-89D1-45F7-9542-6A7C48B8C54D}">
      <dgm:prSet/>
      <dgm:spPr/>
      <dgm:t>
        <a:bodyPr/>
        <a:lstStyle/>
        <a:p>
          <a:endParaRPr lang="en-US"/>
        </a:p>
      </dgm:t>
    </dgm:pt>
    <dgm:pt modelId="{5917EA39-0784-40A2-9901-B0194ED0BB85}" type="sibTrans" cxnId="{492F77AF-89D1-45F7-9542-6A7C48B8C54D}">
      <dgm:prSet/>
      <dgm:spPr/>
      <dgm:t>
        <a:bodyPr/>
        <a:lstStyle/>
        <a:p>
          <a:endParaRPr lang="en-US"/>
        </a:p>
      </dgm:t>
    </dgm:pt>
    <dgm:pt modelId="{3D613DC6-2EA5-4BCF-85BB-8E55F066C3A1}">
      <dgm:prSet/>
      <dgm:spPr/>
      <dgm:t>
        <a:bodyPr/>
        <a:lstStyle/>
        <a:p>
          <a:r>
            <a:rPr lang="en-US"/>
            <a:t>Activates autonomous agents with a human in the loop while preserving observability and soverneighty of the solution.</a:t>
          </a:r>
        </a:p>
      </dgm:t>
    </dgm:pt>
    <dgm:pt modelId="{BAB9246D-8DF6-4F80-8E3D-430E8BAD0E01}" type="parTrans" cxnId="{9CE0AD63-DCC0-49D0-846F-768A0FD6C5C2}">
      <dgm:prSet/>
      <dgm:spPr/>
      <dgm:t>
        <a:bodyPr/>
        <a:lstStyle/>
        <a:p>
          <a:endParaRPr lang="en-US"/>
        </a:p>
      </dgm:t>
    </dgm:pt>
    <dgm:pt modelId="{1B2D5C8D-BA72-4AF3-9595-AE1BAFFD6C83}" type="sibTrans" cxnId="{9CE0AD63-DCC0-49D0-846F-768A0FD6C5C2}">
      <dgm:prSet/>
      <dgm:spPr/>
      <dgm:t>
        <a:bodyPr/>
        <a:lstStyle/>
        <a:p>
          <a:endParaRPr lang="en-US"/>
        </a:p>
      </dgm:t>
    </dgm:pt>
    <dgm:pt modelId="{7E66C67C-AAAE-4A2E-9C03-5DE9BC543EA1}">
      <dgm:prSet/>
      <dgm:spPr/>
      <dgm:t>
        <a:bodyPr/>
        <a:lstStyle/>
        <a:p>
          <a:r>
            <a:rPr lang="en-US"/>
            <a:t>Scalable on demand</a:t>
          </a:r>
        </a:p>
      </dgm:t>
    </dgm:pt>
    <dgm:pt modelId="{B832CA39-F602-421A-91A7-14BFFBE8CF28}" type="parTrans" cxnId="{8DF2E028-336F-44E3-8485-68C61EE0EB6B}">
      <dgm:prSet/>
      <dgm:spPr/>
      <dgm:t>
        <a:bodyPr/>
        <a:lstStyle/>
        <a:p>
          <a:endParaRPr lang="en-US"/>
        </a:p>
      </dgm:t>
    </dgm:pt>
    <dgm:pt modelId="{CFFEC346-7C05-49C7-A67C-1C0E2F90E184}" type="sibTrans" cxnId="{8DF2E028-336F-44E3-8485-68C61EE0EB6B}">
      <dgm:prSet/>
      <dgm:spPr/>
      <dgm:t>
        <a:bodyPr/>
        <a:lstStyle/>
        <a:p>
          <a:endParaRPr lang="en-US"/>
        </a:p>
      </dgm:t>
    </dgm:pt>
    <dgm:pt modelId="{4EFA1499-FD52-4F23-BC56-1F2659FA0E48}">
      <dgm:prSet/>
      <dgm:spPr/>
      <dgm:t>
        <a:bodyPr/>
        <a:lstStyle/>
        <a:p>
          <a:r>
            <a:rPr lang="en-US" b="1"/>
            <a:t>Budget</a:t>
          </a:r>
          <a:endParaRPr lang="en-US"/>
        </a:p>
      </dgm:t>
    </dgm:pt>
    <dgm:pt modelId="{EF8D549A-FB13-4275-B6DA-D887A3DFCBE3}" type="parTrans" cxnId="{C5A98EA7-FBAE-4FAF-9E62-BCA659E7226A}">
      <dgm:prSet/>
      <dgm:spPr/>
      <dgm:t>
        <a:bodyPr/>
        <a:lstStyle/>
        <a:p>
          <a:endParaRPr lang="en-US"/>
        </a:p>
      </dgm:t>
    </dgm:pt>
    <dgm:pt modelId="{6286DA07-DD6C-4876-B3CE-D736500C202E}" type="sibTrans" cxnId="{C5A98EA7-FBAE-4FAF-9E62-BCA659E7226A}">
      <dgm:prSet/>
      <dgm:spPr/>
      <dgm:t>
        <a:bodyPr/>
        <a:lstStyle/>
        <a:p>
          <a:endParaRPr lang="en-US"/>
        </a:p>
      </dgm:t>
    </dgm:pt>
    <dgm:pt modelId="{7E718F9D-8C3F-46E4-9119-839DA8D7AEFB}">
      <dgm:prSet/>
      <dgm:spPr/>
      <dgm:t>
        <a:bodyPr/>
        <a:lstStyle/>
        <a:p>
          <a:r>
            <a:rPr lang="en-US"/>
            <a:t>Development budget repalces recurring 1 year at most of L1/L2 support cost, rest is maintanence cost which is a lot lower.</a:t>
          </a:r>
        </a:p>
      </dgm:t>
    </dgm:pt>
    <dgm:pt modelId="{C372C3A5-2E98-4675-9577-5453C3CA1FCE}" type="parTrans" cxnId="{85E7A13A-4DEF-46F9-B147-FEEFCDE90F3A}">
      <dgm:prSet/>
      <dgm:spPr/>
      <dgm:t>
        <a:bodyPr/>
        <a:lstStyle/>
        <a:p>
          <a:endParaRPr lang="en-US"/>
        </a:p>
      </dgm:t>
    </dgm:pt>
    <dgm:pt modelId="{6F0AE8FE-D958-4642-8FE2-A3E088E96C64}" type="sibTrans" cxnId="{85E7A13A-4DEF-46F9-B147-FEEFCDE90F3A}">
      <dgm:prSet/>
      <dgm:spPr/>
      <dgm:t>
        <a:bodyPr/>
        <a:lstStyle/>
        <a:p>
          <a:endParaRPr lang="en-US"/>
        </a:p>
      </dgm:t>
    </dgm:pt>
    <dgm:pt modelId="{82EC06F3-1249-48E5-9787-9B2F7ADB6801}">
      <dgm:prSet/>
      <dgm:spPr/>
      <dgm:t>
        <a:bodyPr/>
        <a:lstStyle/>
        <a:p>
          <a:r>
            <a:rPr lang="en-US" b="1"/>
            <a:t>Ownership</a:t>
          </a:r>
          <a:endParaRPr lang="en-US"/>
        </a:p>
      </dgm:t>
    </dgm:pt>
    <dgm:pt modelId="{23A4DC1B-4365-4260-ABCC-54CFF27BF9EB}" type="parTrans" cxnId="{181B638D-895A-4F4B-9475-3824368C22AE}">
      <dgm:prSet/>
      <dgm:spPr/>
      <dgm:t>
        <a:bodyPr/>
        <a:lstStyle/>
        <a:p>
          <a:endParaRPr lang="en-US"/>
        </a:p>
      </dgm:t>
    </dgm:pt>
    <dgm:pt modelId="{939682C0-EE32-45FB-9CA9-09C34733B5AD}" type="sibTrans" cxnId="{181B638D-895A-4F4B-9475-3824368C22AE}">
      <dgm:prSet/>
      <dgm:spPr/>
      <dgm:t>
        <a:bodyPr/>
        <a:lstStyle/>
        <a:p>
          <a:endParaRPr lang="en-US"/>
        </a:p>
      </dgm:t>
    </dgm:pt>
    <dgm:pt modelId="{E41D0D5E-1953-4474-AC79-5F79AD8C1BC7}">
      <dgm:prSet/>
      <dgm:spPr/>
      <dgm:t>
        <a:bodyPr/>
        <a:lstStyle/>
        <a:p>
          <a:r>
            <a:rPr lang="en-US"/>
            <a:t>We own the "Brain" and the "Connectors" (No Black Box SaaS).</a:t>
          </a:r>
        </a:p>
      </dgm:t>
    </dgm:pt>
    <dgm:pt modelId="{F4ADEC50-05B6-4151-9F2D-6DA946AFF418}" type="parTrans" cxnId="{A375CB81-2DB0-4930-8482-9DC03248126D}">
      <dgm:prSet/>
      <dgm:spPr/>
      <dgm:t>
        <a:bodyPr/>
        <a:lstStyle/>
        <a:p>
          <a:endParaRPr lang="en-US"/>
        </a:p>
      </dgm:t>
    </dgm:pt>
    <dgm:pt modelId="{A4991DC9-3E27-4F74-9F6B-AA240210976F}" type="sibTrans" cxnId="{A375CB81-2DB0-4930-8482-9DC03248126D}">
      <dgm:prSet/>
      <dgm:spPr/>
      <dgm:t>
        <a:bodyPr/>
        <a:lstStyle/>
        <a:p>
          <a:endParaRPr lang="en-US"/>
        </a:p>
      </dgm:t>
    </dgm:pt>
    <dgm:pt modelId="{022C71CE-20F7-314B-A8BC-74269E9AF4E6}" type="pres">
      <dgm:prSet presAssocID="{95A6D446-1C7C-45DD-9888-1CB0ABD7D5D8}" presName="Name0" presStyleCnt="0">
        <dgm:presLayoutVars>
          <dgm:dir/>
          <dgm:animLvl val="lvl"/>
          <dgm:resizeHandles val="exact"/>
        </dgm:presLayoutVars>
      </dgm:prSet>
      <dgm:spPr/>
    </dgm:pt>
    <dgm:pt modelId="{30E8049D-EF42-B947-84EA-C453B575334C}" type="pres">
      <dgm:prSet presAssocID="{82EC06F3-1249-48E5-9787-9B2F7ADB6801}" presName="boxAndChildren" presStyleCnt="0"/>
      <dgm:spPr/>
    </dgm:pt>
    <dgm:pt modelId="{FC7B7313-1F58-D646-B278-D9230B764B05}" type="pres">
      <dgm:prSet presAssocID="{82EC06F3-1249-48E5-9787-9B2F7ADB6801}" presName="parentTextBox" presStyleLbl="alignNode1" presStyleIdx="0" presStyleCnt="3"/>
      <dgm:spPr/>
    </dgm:pt>
    <dgm:pt modelId="{EB1BAB02-CC12-1144-8F3B-34A9D42A9FA3}" type="pres">
      <dgm:prSet presAssocID="{82EC06F3-1249-48E5-9787-9B2F7ADB6801}" presName="descendantBox" presStyleLbl="bgAccFollowNode1" presStyleIdx="0" presStyleCnt="3"/>
      <dgm:spPr/>
    </dgm:pt>
    <dgm:pt modelId="{0062FA06-BE2A-1143-95AA-7CFF9EEAE596}" type="pres">
      <dgm:prSet presAssocID="{6286DA07-DD6C-4876-B3CE-D736500C202E}" presName="sp" presStyleCnt="0"/>
      <dgm:spPr/>
    </dgm:pt>
    <dgm:pt modelId="{2D2C81B2-4E05-B440-BA45-1DC383ABBD8B}" type="pres">
      <dgm:prSet presAssocID="{4EFA1499-FD52-4F23-BC56-1F2659FA0E48}" presName="arrowAndChildren" presStyleCnt="0"/>
      <dgm:spPr/>
    </dgm:pt>
    <dgm:pt modelId="{90B06D72-720A-7E44-976E-66809F158F4D}" type="pres">
      <dgm:prSet presAssocID="{4EFA1499-FD52-4F23-BC56-1F2659FA0E48}" presName="parentTextArrow" presStyleLbl="node1" presStyleIdx="0" presStyleCnt="0"/>
      <dgm:spPr/>
    </dgm:pt>
    <dgm:pt modelId="{0F7CD071-8380-164B-A79E-54173D7EEE2D}" type="pres">
      <dgm:prSet presAssocID="{4EFA1499-FD52-4F23-BC56-1F2659FA0E48}" presName="arrow" presStyleLbl="alignNode1" presStyleIdx="1" presStyleCnt="3"/>
      <dgm:spPr/>
    </dgm:pt>
    <dgm:pt modelId="{F2BCFE48-0370-D840-91EB-7BF2F3963275}" type="pres">
      <dgm:prSet presAssocID="{4EFA1499-FD52-4F23-BC56-1F2659FA0E48}" presName="descendantArrow" presStyleLbl="bgAccFollowNode1" presStyleIdx="1" presStyleCnt="3"/>
      <dgm:spPr/>
    </dgm:pt>
    <dgm:pt modelId="{118C3C86-30ED-DB48-841B-A9D3C02D203F}" type="pres">
      <dgm:prSet presAssocID="{D630B20D-BCE3-45FB-9FE5-581F6361C390}" presName="sp" presStyleCnt="0"/>
      <dgm:spPr/>
    </dgm:pt>
    <dgm:pt modelId="{060DE06E-2910-074C-8F88-A576EA13438C}" type="pres">
      <dgm:prSet presAssocID="{6ECAF2E8-88D8-44D7-9D70-F99F95868673}" presName="arrowAndChildren" presStyleCnt="0"/>
      <dgm:spPr/>
    </dgm:pt>
    <dgm:pt modelId="{BF108D06-3BE1-044D-A92A-F95CA39DB6AC}" type="pres">
      <dgm:prSet presAssocID="{6ECAF2E8-88D8-44D7-9D70-F99F95868673}" presName="parentTextArrow" presStyleLbl="node1" presStyleIdx="0" presStyleCnt="0"/>
      <dgm:spPr/>
    </dgm:pt>
    <dgm:pt modelId="{76F42267-2135-C54A-A090-9B0CD319E131}" type="pres">
      <dgm:prSet presAssocID="{6ECAF2E8-88D8-44D7-9D70-F99F95868673}" presName="arrow" presStyleLbl="alignNode1" presStyleIdx="2" presStyleCnt="3"/>
      <dgm:spPr/>
    </dgm:pt>
    <dgm:pt modelId="{B28B6581-54E8-9D46-A479-511930FC1166}" type="pres">
      <dgm:prSet presAssocID="{6ECAF2E8-88D8-44D7-9D70-F99F95868673}" presName="descendantArrow" presStyleLbl="bgAccFollowNode1" presStyleIdx="2" presStyleCnt="3"/>
      <dgm:spPr/>
    </dgm:pt>
  </dgm:ptLst>
  <dgm:cxnLst>
    <dgm:cxn modelId="{33BB3403-B5AD-734E-A8AB-20EF58C3C52F}" type="presOf" srcId="{7E66C67C-AAAE-4A2E-9C03-5DE9BC543EA1}" destId="{B28B6581-54E8-9D46-A479-511930FC1166}" srcOrd="0" destOrd="2" presId="urn:microsoft.com/office/officeart/2016/7/layout/VerticalDownArrowProcess"/>
    <dgm:cxn modelId="{32786E05-29B2-CC45-9FC8-3C8B036F7570}" type="presOf" srcId="{95A6D446-1C7C-45DD-9888-1CB0ABD7D5D8}" destId="{022C71CE-20F7-314B-A8BC-74269E9AF4E6}" srcOrd="0" destOrd="0" presId="urn:microsoft.com/office/officeart/2016/7/layout/VerticalDownArrowProcess"/>
    <dgm:cxn modelId="{554E3813-34A0-48E1-9B41-6B122468FBB9}" srcId="{95A6D446-1C7C-45DD-9888-1CB0ABD7D5D8}" destId="{6ECAF2E8-88D8-44D7-9D70-F99F95868673}" srcOrd="0" destOrd="0" parTransId="{51A7AD95-C831-487F-9029-E4BF23E484DB}" sibTransId="{D630B20D-BCE3-45FB-9FE5-581F6361C390}"/>
    <dgm:cxn modelId="{2453E718-761A-3946-869D-3C3DE1613164}" type="presOf" srcId="{E41D0D5E-1953-4474-AC79-5F79AD8C1BC7}" destId="{EB1BAB02-CC12-1144-8F3B-34A9D42A9FA3}" srcOrd="0" destOrd="0" presId="urn:microsoft.com/office/officeart/2016/7/layout/VerticalDownArrowProcess"/>
    <dgm:cxn modelId="{8DF2E028-336F-44E3-8485-68C61EE0EB6B}" srcId="{6ECAF2E8-88D8-44D7-9D70-F99F95868673}" destId="{7E66C67C-AAAE-4A2E-9C03-5DE9BC543EA1}" srcOrd="2" destOrd="0" parTransId="{B832CA39-F602-421A-91A7-14BFFBE8CF28}" sibTransId="{CFFEC346-7C05-49C7-A67C-1C0E2F90E184}"/>
    <dgm:cxn modelId="{0DC37130-CF64-9247-AF02-17E88C1FA197}" type="presOf" srcId="{6ECAF2E8-88D8-44D7-9D70-F99F95868673}" destId="{BF108D06-3BE1-044D-A92A-F95CA39DB6AC}" srcOrd="0" destOrd="0" presId="urn:microsoft.com/office/officeart/2016/7/layout/VerticalDownArrowProcess"/>
    <dgm:cxn modelId="{85E7A13A-4DEF-46F9-B147-FEEFCDE90F3A}" srcId="{4EFA1499-FD52-4F23-BC56-1F2659FA0E48}" destId="{7E718F9D-8C3F-46E4-9119-839DA8D7AEFB}" srcOrd="0" destOrd="0" parTransId="{C372C3A5-2E98-4675-9577-5453C3CA1FCE}" sibTransId="{6F0AE8FE-D958-4642-8FE2-A3E088E96C64}"/>
    <dgm:cxn modelId="{9CE0AD63-DCC0-49D0-846F-768A0FD6C5C2}" srcId="{6ECAF2E8-88D8-44D7-9D70-F99F95868673}" destId="{3D613DC6-2EA5-4BCF-85BB-8E55F066C3A1}" srcOrd="1" destOrd="0" parTransId="{BAB9246D-8DF6-4F80-8E3D-430E8BAD0E01}" sibTransId="{1B2D5C8D-BA72-4AF3-9595-AE1BAFFD6C83}"/>
    <dgm:cxn modelId="{3E0FB265-1C0D-3E4C-9CE7-7327BD0AB5DC}" type="presOf" srcId="{4EFA1499-FD52-4F23-BC56-1F2659FA0E48}" destId="{0F7CD071-8380-164B-A79E-54173D7EEE2D}" srcOrd="1" destOrd="0" presId="urn:microsoft.com/office/officeart/2016/7/layout/VerticalDownArrowProcess"/>
    <dgm:cxn modelId="{B6E1D969-6A54-C347-BF1F-4194F2175A87}" type="presOf" srcId="{3D613DC6-2EA5-4BCF-85BB-8E55F066C3A1}" destId="{B28B6581-54E8-9D46-A479-511930FC1166}" srcOrd="0" destOrd="1" presId="urn:microsoft.com/office/officeart/2016/7/layout/VerticalDownArrowProcess"/>
    <dgm:cxn modelId="{ECFC027E-5D2B-D640-9422-B664984517F2}" type="presOf" srcId="{4B5D86B9-29D5-457D-AE6F-560DC5DCD221}" destId="{B28B6581-54E8-9D46-A479-511930FC1166}" srcOrd="0" destOrd="0" presId="urn:microsoft.com/office/officeart/2016/7/layout/VerticalDownArrowProcess"/>
    <dgm:cxn modelId="{A375CB81-2DB0-4930-8482-9DC03248126D}" srcId="{82EC06F3-1249-48E5-9787-9B2F7ADB6801}" destId="{E41D0D5E-1953-4474-AC79-5F79AD8C1BC7}" srcOrd="0" destOrd="0" parTransId="{F4ADEC50-05B6-4151-9F2D-6DA946AFF418}" sibTransId="{A4991DC9-3E27-4F74-9F6B-AA240210976F}"/>
    <dgm:cxn modelId="{181B638D-895A-4F4B-9475-3824368C22AE}" srcId="{95A6D446-1C7C-45DD-9888-1CB0ABD7D5D8}" destId="{82EC06F3-1249-48E5-9787-9B2F7ADB6801}" srcOrd="2" destOrd="0" parTransId="{23A4DC1B-4365-4260-ABCC-54CFF27BF9EB}" sibTransId="{939682C0-EE32-45FB-9CA9-09C34733B5AD}"/>
    <dgm:cxn modelId="{733C6397-71FC-2A4C-A674-6408F5EDA938}" type="presOf" srcId="{4EFA1499-FD52-4F23-BC56-1F2659FA0E48}" destId="{90B06D72-720A-7E44-976E-66809F158F4D}" srcOrd="0" destOrd="0" presId="urn:microsoft.com/office/officeart/2016/7/layout/VerticalDownArrowProcess"/>
    <dgm:cxn modelId="{C5A98EA7-FBAE-4FAF-9E62-BCA659E7226A}" srcId="{95A6D446-1C7C-45DD-9888-1CB0ABD7D5D8}" destId="{4EFA1499-FD52-4F23-BC56-1F2659FA0E48}" srcOrd="1" destOrd="0" parTransId="{EF8D549A-FB13-4275-B6DA-D887A3DFCBE3}" sibTransId="{6286DA07-DD6C-4876-B3CE-D736500C202E}"/>
    <dgm:cxn modelId="{492F77AF-89D1-45F7-9542-6A7C48B8C54D}" srcId="{6ECAF2E8-88D8-44D7-9D70-F99F95868673}" destId="{4B5D86B9-29D5-457D-AE6F-560DC5DCD221}" srcOrd="0" destOrd="0" parTransId="{D5D85127-74D2-4EF7-8D94-BCB2C6E30272}" sibTransId="{5917EA39-0784-40A2-9901-B0194ED0BB85}"/>
    <dgm:cxn modelId="{EE3F67C4-7AC6-8E43-AEBC-5E591B5ACC82}" type="presOf" srcId="{6ECAF2E8-88D8-44D7-9D70-F99F95868673}" destId="{76F42267-2135-C54A-A090-9B0CD319E131}" srcOrd="1" destOrd="0" presId="urn:microsoft.com/office/officeart/2016/7/layout/VerticalDownArrowProcess"/>
    <dgm:cxn modelId="{ABD66ACC-0639-634F-BD0F-DB2885605E4D}" type="presOf" srcId="{7E718F9D-8C3F-46E4-9119-839DA8D7AEFB}" destId="{F2BCFE48-0370-D840-91EB-7BF2F3963275}" srcOrd="0" destOrd="0" presId="urn:microsoft.com/office/officeart/2016/7/layout/VerticalDownArrowProcess"/>
    <dgm:cxn modelId="{E0EB19D2-2E58-9E4A-8CA7-E67EAC15493B}" type="presOf" srcId="{82EC06F3-1249-48E5-9787-9B2F7ADB6801}" destId="{FC7B7313-1F58-D646-B278-D9230B764B05}" srcOrd="0" destOrd="0" presId="urn:microsoft.com/office/officeart/2016/7/layout/VerticalDownArrowProcess"/>
    <dgm:cxn modelId="{71F8B7F2-6210-E54B-BA73-DA77EB949B59}" type="presParOf" srcId="{022C71CE-20F7-314B-A8BC-74269E9AF4E6}" destId="{30E8049D-EF42-B947-84EA-C453B575334C}" srcOrd="0" destOrd="0" presId="urn:microsoft.com/office/officeart/2016/7/layout/VerticalDownArrowProcess"/>
    <dgm:cxn modelId="{090DBCB9-B9B7-7948-BB63-DA83468E0E15}" type="presParOf" srcId="{30E8049D-EF42-B947-84EA-C453B575334C}" destId="{FC7B7313-1F58-D646-B278-D9230B764B05}" srcOrd="0" destOrd="0" presId="urn:microsoft.com/office/officeart/2016/7/layout/VerticalDownArrowProcess"/>
    <dgm:cxn modelId="{AF69DC86-8B2D-E740-88C8-3FA8827CA8C9}" type="presParOf" srcId="{30E8049D-EF42-B947-84EA-C453B575334C}" destId="{EB1BAB02-CC12-1144-8F3B-34A9D42A9FA3}" srcOrd="1" destOrd="0" presId="urn:microsoft.com/office/officeart/2016/7/layout/VerticalDownArrowProcess"/>
    <dgm:cxn modelId="{AB0796A4-8B43-204F-BBDA-18B3AA0A0AAF}" type="presParOf" srcId="{022C71CE-20F7-314B-A8BC-74269E9AF4E6}" destId="{0062FA06-BE2A-1143-95AA-7CFF9EEAE596}" srcOrd="1" destOrd="0" presId="urn:microsoft.com/office/officeart/2016/7/layout/VerticalDownArrowProcess"/>
    <dgm:cxn modelId="{013C010B-FE42-1D41-AB43-BF635198B8AA}" type="presParOf" srcId="{022C71CE-20F7-314B-A8BC-74269E9AF4E6}" destId="{2D2C81B2-4E05-B440-BA45-1DC383ABBD8B}" srcOrd="2" destOrd="0" presId="urn:microsoft.com/office/officeart/2016/7/layout/VerticalDownArrowProcess"/>
    <dgm:cxn modelId="{7DE9637F-FD29-E841-92A7-96DB75D7B492}" type="presParOf" srcId="{2D2C81B2-4E05-B440-BA45-1DC383ABBD8B}" destId="{90B06D72-720A-7E44-976E-66809F158F4D}" srcOrd="0" destOrd="0" presId="urn:microsoft.com/office/officeart/2016/7/layout/VerticalDownArrowProcess"/>
    <dgm:cxn modelId="{6C388105-1C2E-FE4B-B0B3-69A8B318CFBF}" type="presParOf" srcId="{2D2C81B2-4E05-B440-BA45-1DC383ABBD8B}" destId="{0F7CD071-8380-164B-A79E-54173D7EEE2D}" srcOrd="1" destOrd="0" presId="urn:microsoft.com/office/officeart/2016/7/layout/VerticalDownArrowProcess"/>
    <dgm:cxn modelId="{E7F2CF1C-8FE1-D84F-874F-269D98A18538}" type="presParOf" srcId="{2D2C81B2-4E05-B440-BA45-1DC383ABBD8B}" destId="{F2BCFE48-0370-D840-91EB-7BF2F3963275}" srcOrd="2" destOrd="0" presId="urn:microsoft.com/office/officeart/2016/7/layout/VerticalDownArrowProcess"/>
    <dgm:cxn modelId="{4C8E2A30-2BE1-9744-8616-24AB18CED523}" type="presParOf" srcId="{022C71CE-20F7-314B-A8BC-74269E9AF4E6}" destId="{118C3C86-30ED-DB48-841B-A9D3C02D203F}" srcOrd="3" destOrd="0" presId="urn:microsoft.com/office/officeart/2016/7/layout/VerticalDownArrowProcess"/>
    <dgm:cxn modelId="{FD7B9C8F-0287-B946-8091-49FA96D7EC73}" type="presParOf" srcId="{022C71CE-20F7-314B-A8BC-74269E9AF4E6}" destId="{060DE06E-2910-074C-8F88-A576EA13438C}" srcOrd="4" destOrd="0" presId="urn:microsoft.com/office/officeart/2016/7/layout/VerticalDownArrowProcess"/>
    <dgm:cxn modelId="{A8AFB69C-F902-2947-BE0F-8507F3DC24CE}" type="presParOf" srcId="{060DE06E-2910-074C-8F88-A576EA13438C}" destId="{BF108D06-3BE1-044D-A92A-F95CA39DB6AC}" srcOrd="0" destOrd="0" presId="urn:microsoft.com/office/officeart/2016/7/layout/VerticalDownArrowProcess"/>
    <dgm:cxn modelId="{2A3F01DE-B541-EE41-B1C3-E6D1F77E3AF5}" type="presParOf" srcId="{060DE06E-2910-074C-8F88-A576EA13438C}" destId="{76F42267-2135-C54A-A090-9B0CD319E131}" srcOrd="1" destOrd="0" presId="urn:microsoft.com/office/officeart/2016/7/layout/VerticalDownArrowProcess"/>
    <dgm:cxn modelId="{CC91CEA6-90CA-1E40-9E26-1695BE30A9B6}" type="presParOf" srcId="{060DE06E-2910-074C-8F88-A576EA13438C}" destId="{B28B6581-54E8-9D46-A479-511930FC1166}" srcOrd="2" destOrd="0" presId="urn:microsoft.com/office/officeart/2016/7/layout/VerticalDown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6C475D6-6004-4F45-A21D-0ED2E12AC5E4}" type="doc">
      <dgm:prSet loTypeId="urn:microsoft.com/office/officeart/2005/8/layout/vList5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4C669857-053A-EC45-9AAA-755F7D0750DB}">
      <dgm:prSet custT="1"/>
      <dgm:spPr/>
      <dgm:t>
        <a:bodyPr/>
        <a:lstStyle/>
        <a:p>
          <a:r>
            <a:rPr lang="en-GB" sz="2000" b="1" i="0" dirty="0"/>
            <a:t>Compute &amp; Application Hosting</a:t>
          </a:r>
          <a:endParaRPr lang="en-FR" sz="2000" dirty="0"/>
        </a:p>
      </dgm:t>
    </dgm:pt>
    <dgm:pt modelId="{5DA3C52B-3294-C249-B7FB-FB16957E2EAB}" type="parTrans" cxnId="{AF9C76AD-3557-FE44-982F-45FE985A83B5}">
      <dgm:prSet/>
      <dgm:spPr/>
      <dgm:t>
        <a:bodyPr/>
        <a:lstStyle/>
        <a:p>
          <a:endParaRPr lang="en-GB"/>
        </a:p>
      </dgm:t>
    </dgm:pt>
    <dgm:pt modelId="{F2FA3E47-BF56-AB43-A877-113BFEB039C9}" type="sibTrans" cxnId="{AF9C76AD-3557-FE44-982F-45FE985A83B5}">
      <dgm:prSet/>
      <dgm:spPr/>
      <dgm:t>
        <a:bodyPr/>
        <a:lstStyle/>
        <a:p>
          <a:endParaRPr lang="en-GB"/>
        </a:p>
      </dgm:t>
    </dgm:pt>
    <dgm:pt modelId="{18C544F1-B158-314C-A424-136004DF8EEE}">
      <dgm:prSet custT="1"/>
      <dgm:spPr/>
      <dgm:t>
        <a:bodyPr/>
        <a:lstStyle/>
        <a:p>
          <a:r>
            <a:rPr lang="en-GB" sz="1800" b="1" i="0" dirty="0"/>
            <a:t>Cloud Run (Services &amp; Workers)</a:t>
          </a:r>
          <a:r>
            <a:rPr lang="en-GB" sz="1800" b="0" i="0" dirty="0"/>
            <a:t>: </a:t>
          </a:r>
          <a:r>
            <a:rPr lang="en-GB" sz="1800" b="1" i="0" dirty="0"/>
            <a:t>~€600 - €800 / month</a:t>
          </a:r>
          <a:endParaRPr lang="en-FR" sz="1800" dirty="0"/>
        </a:p>
      </dgm:t>
    </dgm:pt>
    <dgm:pt modelId="{C668604D-70EB-5742-A471-C605F9479BCC}" type="parTrans" cxnId="{131E6D13-0CB3-BA4B-9855-061D1CF316F1}">
      <dgm:prSet/>
      <dgm:spPr/>
      <dgm:t>
        <a:bodyPr/>
        <a:lstStyle/>
        <a:p>
          <a:endParaRPr lang="en-GB"/>
        </a:p>
      </dgm:t>
    </dgm:pt>
    <dgm:pt modelId="{E4A1BC2F-2197-FB4B-AE2F-80C2382301D9}" type="sibTrans" cxnId="{131E6D13-0CB3-BA4B-9855-061D1CF316F1}">
      <dgm:prSet/>
      <dgm:spPr/>
      <dgm:t>
        <a:bodyPr/>
        <a:lstStyle/>
        <a:p>
          <a:endParaRPr lang="en-GB"/>
        </a:p>
      </dgm:t>
    </dgm:pt>
    <dgm:pt modelId="{889C84FA-2071-4C41-85B2-1D406C1401E2}">
      <dgm:prSet custT="1"/>
      <dgm:spPr/>
      <dgm:t>
        <a:bodyPr/>
        <a:lstStyle/>
        <a:p>
          <a:r>
            <a:rPr lang="en-GB" sz="1800" b="1" i="0" dirty="0"/>
            <a:t>Cloud Run (Jobs - Connectors)</a:t>
          </a:r>
          <a:r>
            <a:rPr lang="en-GB" sz="1800" b="0" i="0" dirty="0"/>
            <a:t>: </a:t>
          </a:r>
          <a:r>
            <a:rPr lang="en-GB" sz="1800" b="1" i="0" dirty="0"/>
            <a:t>~€30 - €60 / month</a:t>
          </a:r>
          <a:endParaRPr lang="en-FR" sz="1800" dirty="0"/>
        </a:p>
      </dgm:t>
    </dgm:pt>
    <dgm:pt modelId="{C85B4E80-1323-0E4A-9EEC-7F545B407E52}" type="parTrans" cxnId="{0917F4A2-B9DB-5C4C-BF17-900EE5132A93}">
      <dgm:prSet/>
      <dgm:spPr/>
      <dgm:t>
        <a:bodyPr/>
        <a:lstStyle/>
        <a:p>
          <a:endParaRPr lang="en-GB"/>
        </a:p>
      </dgm:t>
    </dgm:pt>
    <dgm:pt modelId="{971841E6-877D-7F48-B5F8-5DD33C267EAC}" type="sibTrans" cxnId="{0917F4A2-B9DB-5C4C-BF17-900EE5132A93}">
      <dgm:prSet/>
      <dgm:spPr/>
      <dgm:t>
        <a:bodyPr/>
        <a:lstStyle/>
        <a:p>
          <a:endParaRPr lang="en-GB"/>
        </a:p>
      </dgm:t>
    </dgm:pt>
    <dgm:pt modelId="{643800A1-68A5-5C48-A4A3-B26C55AE3898}">
      <dgm:prSet custT="1"/>
      <dgm:spPr/>
      <dgm:t>
        <a:bodyPr/>
        <a:lstStyle/>
        <a:p>
          <a:r>
            <a:rPr lang="en-GB" sz="2000" b="1" i="0" dirty="0"/>
            <a:t>Data &amp; Storage</a:t>
          </a:r>
          <a:endParaRPr lang="en-FR" sz="2000" dirty="0"/>
        </a:p>
      </dgm:t>
    </dgm:pt>
    <dgm:pt modelId="{FE1FCDA1-F887-364C-9A07-ACAC2232480B}" type="parTrans" cxnId="{0C8F1084-0070-1743-9858-53AF088CA419}">
      <dgm:prSet/>
      <dgm:spPr/>
      <dgm:t>
        <a:bodyPr/>
        <a:lstStyle/>
        <a:p>
          <a:endParaRPr lang="en-GB"/>
        </a:p>
      </dgm:t>
    </dgm:pt>
    <dgm:pt modelId="{B9E61F01-F696-6649-8FE4-CE46BD43EAAF}" type="sibTrans" cxnId="{0C8F1084-0070-1743-9858-53AF088CA419}">
      <dgm:prSet/>
      <dgm:spPr/>
      <dgm:t>
        <a:bodyPr/>
        <a:lstStyle/>
        <a:p>
          <a:endParaRPr lang="en-GB"/>
        </a:p>
      </dgm:t>
    </dgm:pt>
    <dgm:pt modelId="{E725330B-00E8-4643-886B-63BCB9549011}">
      <dgm:prSet custT="1"/>
      <dgm:spPr/>
      <dgm:t>
        <a:bodyPr/>
        <a:lstStyle/>
        <a:p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Cloud SQL (PostgreSQL HA): ~€250 - €400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</dgm:t>
    </dgm:pt>
    <dgm:pt modelId="{2C99F536-263B-804D-8C23-34C4DC6CAC6A}" type="parTrans" cxnId="{D2C716E7-698E-C742-8350-5473706DD2D4}">
      <dgm:prSet/>
      <dgm:spPr/>
      <dgm:t>
        <a:bodyPr/>
        <a:lstStyle/>
        <a:p>
          <a:endParaRPr lang="en-GB"/>
        </a:p>
      </dgm:t>
    </dgm:pt>
    <dgm:pt modelId="{592D4948-F1FF-4A4F-8AC9-77AAAF2CFBE6}" type="sibTrans" cxnId="{D2C716E7-698E-C742-8350-5473706DD2D4}">
      <dgm:prSet/>
      <dgm:spPr/>
      <dgm:t>
        <a:bodyPr/>
        <a:lstStyle/>
        <a:p>
          <a:endParaRPr lang="en-GB"/>
        </a:p>
      </dgm:t>
    </dgm:pt>
    <dgm:pt modelId="{689DD240-837C-4B4A-B22D-3450986B2F91}">
      <dgm:prSet custT="1"/>
      <dgm:spPr/>
      <dgm:t>
        <a:bodyPr/>
        <a:lstStyle/>
        <a:p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Vertex AI Search (Vector Store): ~€600 - €1,000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</dgm:t>
    </dgm:pt>
    <dgm:pt modelId="{E7685421-BBF1-3447-A173-FA3B7BA9AF73}" type="parTrans" cxnId="{8A4E0FE4-7C67-E04A-A331-D7949BAC3485}">
      <dgm:prSet/>
      <dgm:spPr/>
      <dgm:t>
        <a:bodyPr/>
        <a:lstStyle/>
        <a:p>
          <a:endParaRPr lang="en-GB"/>
        </a:p>
      </dgm:t>
    </dgm:pt>
    <dgm:pt modelId="{C1A45D50-F30E-1947-8C76-390374342BE3}" type="sibTrans" cxnId="{8A4E0FE4-7C67-E04A-A331-D7949BAC3485}">
      <dgm:prSet/>
      <dgm:spPr/>
      <dgm:t>
        <a:bodyPr/>
        <a:lstStyle/>
        <a:p>
          <a:endParaRPr lang="en-GB"/>
        </a:p>
      </dgm:t>
    </dgm:pt>
    <dgm:pt modelId="{E04AB083-210E-3243-AEBA-928B46EF3A9A}">
      <dgm:prSet custT="1"/>
      <dgm:spPr/>
      <dgm:t>
        <a:bodyPr/>
        <a:lstStyle/>
        <a:p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Cloud Storage (GCS): ~€50 - €100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</dgm:t>
    </dgm:pt>
    <dgm:pt modelId="{86D2E60B-8223-374C-BD64-64036D5DD39D}" type="parTrans" cxnId="{EDEF72D9-1FC5-CB4D-9AE7-DE177FF14396}">
      <dgm:prSet/>
      <dgm:spPr/>
      <dgm:t>
        <a:bodyPr/>
        <a:lstStyle/>
        <a:p>
          <a:endParaRPr lang="en-GB"/>
        </a:p>
      </dgm:t>
    </dgm:pt>
    <dgm:pt modelId="{2D3624C5-4F0E-6143-AD3B-A05A94D9608F}" type="sibTrans" cxnId="{EDEF72D9-1FC5-CB4D-9AE7-DE177FF14396}">
      <dgm:prSet/>
      <dgm:spPr/>
      <dgm:t>
        <a:bodyPr/>
        <a:lstStyle/>
        <a:p>
          <a:endParaRPr lang="en-GB"/>
        </a:p>
      </dgm:t>
    </dgm:pt>
    <dgm:pt modelId="{412A7978-4262-454E-95CC-C78BD00C0768}">
      <dgm:prSet custT="1"/>
      <dgm:spPr/>
      <dgm:t>
        <a:bodyPr/>
        <a:lstStyle/>
        <a:p>
          <a:r>
            <a:rPr lang="en-GB" sz="1800" b="1" i="0" kern="1200" dirty="0" err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Memorystore</a:t>
          </a:r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 (Redis) - Optional: ~€40 - €150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</dgm:t>
    </dgm:pt>
    <dgm:pt modelId="{2D172E29-FAAD-E941-836C-C360630A5A56}" type="parTrans" cxnId="{F94338AC-E675-AD45-81B5-1EC7CCF64D36}">
      <dgm:prSet/>
      <dgm:spPr/>
      <dgm:t>
        <a:bodyPr/>
        <a:lstStyle/>
        <a:p>
          <a:endParaRPr lang="en-GB"/>
        </a:p>
      </dgm:t>
    </dgm:pt>
    <dgm:pt modelId="{4FBE17F1-F3F2-594A-99AA-E9A79CDDE5EB}" type="sibTrans" cxnId="{F94338AC-E675-AD45-81B5-1EC7CCF64D36}">
      <dgm:prSet/>
      <dgm:spPr/>
      <dgm:t>
        <a:bodyPr/>
        <a:lstStyle/>
        <a:p>
          <a:endParaRPr lang="en-GB"/>
        </a:p>
      </dgm:t>
    </dgm:pt>
    <dgm:pt modelId="{7AB088AE-1353-FD49-9B0F-C6CEB7D63F23}">
      <dgm:prSet custT="1"/>
      <dgm:spPr/>
      <dgm:t>
        <a:bodyPr/>
        <a:lstStyle/>
        <a:p>
          <a:r>
            <a:rPr lang="en-GB" sz="2000" b="1" i="0" dirty="0"/>
            <a:t>AI &amp; Intelligence</a:t>
          </a:r>
          <a:endParaRPr lang="en-FR" sz="2000" dirty="0"/>
        </a:p>
      </dgm:t>
    </dgm:pt>
    <dgm:pt modelId="{4E3DE015-E5BB-644A-86AB-08FCCE2051F3}" type="parTrans" cxnId="{D33EC6A0-17F3-BD45-896A-6BC4B6EBE7F0}">
      <dgm:prSet/>
      <dgm:spPr/>
      <dgm:t>
        <a:bodyPr/>
        <a:lstStyle/>
        <a:p>
          <a:endParaRPr lang="en-GB"/>
        </a:p>
      </dgm:t>
    </dgm:pt>
    <dgm:pt modelId="{25D3250C-10BB-124B-99C7-EBC34EE1DE5C}" type="sibTrans" cxnId="{D33EC6A0-17F3-BD45-896A-6BC4B6EBE7F0}">
      <dgm:prSet/>
      <dgm:spPr/>
      <dgm:t>
        <a:bodyPr/>
        <a:lstStyle/>
        <a:p>
          <a:endParaRPr lang="en-GB"/>
        </a:p>
      </dgm:t>
    </dgm:pt>
    <dgm:pt modelId="{C492617A-6D52-C643-A569-62B51C84EDD3}">
      <dgm:prSet custT="1"/>
      <dgm:spPr/>
      <dgm:t>
        <a:bodyPr/>
        <a:lstStyle/>
        <a:p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Vertex AI (Gemini Models): ~€200 - €500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</dgm:t>
    </dgm:pt>
    <dgm:pt modelId="{AA883087-D7DA-4F41-B1F7-047AC47301AB}" type="parTrans" cxnId="{C47729F9-4182-AB44-B23D-77EBAB30BAA5}">
      <dgm:prSet/>
      <dgm:spPr/>
      <dgm:t>
        <a:bodyPr/>
        <a:lstStyle/>
        <a:p>
          <a:endParaRPr lang="en-GB"/>
        </a:p>
      </dgm:t>
    </dgm:pt>
    <dgm:pt modelId="{CB9E6869-7663-9B49-A47B-86372A227A86}" type="sibTrans" cxnId="{C47729F9-4182-AB44-B23D-77EBAB30BAA5}">
      <dgm:prSet/>
      <dgm:spPr/>
      <dgm:t>
        <a:bodyPr/>
        <a:lstStyle/>
        <a:p>
          <a:endParaRPr lang="en-GB"/>
        </a:p>
      </dgm:t>
    </dgm:pt>
    <dgm:pt modelId="{F8929933-BB80-A848-8D67-CB32B0818DA0}">
      <dgm:prSet custT="1"/>
      <dgm:spPr/>
      <dgm:t>
        <a:bodyPr/>
        <a:lstStyle/>
        <a:p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Security &amp; Networking (The "Enterprise" Premium)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</dgm:t>
    </dgm:pt>
    <dgm:pt modelId="{7028B4E4-9D71-E443-8282-3EF15A95FD30}" type="parTrans" cxnId="{CB24660A-B787-264F-9A25-E229FB492C81}">
      <dgm:prSet/>
      <dgm:spPr/>
      <dgm:t>
        <a:bodyPr/>
        <a:lstStyle/>
        <a:p>
          <a:endParaRPr lang="en-GB"/>
        </a:p>
      </dgm:t>
    </dgm:pt>
    <dgm:pt modelId="{0118854E-3A48-9D4F-B081-3C81B8D3054B}" type="sibTrans" cxnId="{CB24660A-B787-264F-9A25-E229FB492C81}">
      <dgm:prSet/>
      <dgm:spPr/>
      <dgm:t>
        <a:bodyPr/>
        <a:lstStyle/>
        <a:p>
          <a:endParaRPr lang="en-GB"/>
        </a:p>
      </dgm:t>
    </dgm:pt>
    <dgm:pt modelId="{882EFE17-AEE3-8C45-91AE-375B85694DA4}">
      <dgm:prSet custT="1"/>
      <dgm:spPr/>
      <dgm:t>
        <a:bodyPr/>
        <a:lstStyle/>
        <a:p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Cloud Armor + Load Balancer: ~€40 - €100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</dgm:t>
    </dgm:pt>
    <dgm:pt modelId="{9974EA28-C82E-6F4F-B3E2-B2EA375B8428}" type="parTrans" cxnId="{22000A8C-9D48-E141-9F9E-E92005F5EDB4}">
      <dgm:prSet/>
      <dgm:spPr/>
      <dgm:t>
        <a:bodyPr/>
        <a:lstStyle/>
        <a:p>
          <a:endParaRPr lang="en-GB"/>
        </a:p>
      </dgm:t>
    </dgm:pt>
    <dgm:pt modelId="{5FCEB450-031F-C547-99F6-B2D7535D373E}" type="sibTrans" cxnId="{22000A8C-9D48-E141-9F9E-E92005F5EDB4}">
      <dgm:prSet/>
      <dgm:spPr/>
      <dgm:t>
        <a:bodyPr/>
        <a:lstStyle/>
        <a:p>
          <a:endParaRPr lang="en-GB"/>
        </a:p>
      </dgm:t>
    </dgm:pt>
    <dgm:pt modelId="{604A9112-4DD1-0E4B-A168-260442F34555}">
      <dgm:prSet custT="1"/>
      <dgm:spPr/>
      <dgm:t>
        <a:bodyPr/>
        <a:lstStyle/>
        <a:p>
          <a:r>
            <a:rPr lang="en-GB" sz="1800" b="1" i="0" kern="120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Cloud NAT: ~€50 / month</a:t>
          </a:r>
          <a:endParaRPr lang="en-FR" sz="1800" b="1" i="0" kern="120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</dgm:t>
    </dgm:pt>
    <dgm:pt modelId="{7B60E396-EDA8-4B40-B33A-E63E5626D759}" type="parTrans" cxnId="{5D0FA26B-47A6-024C-971F-467D2552908F}">
      <dgm:prSet/>
      <dgm:spPr/>
      <dgm:t>
        <a:bodyPr/>
        <a:lstStyle/>
        <a:p>
          <a:endParaRPr lang="en-GB"/>
        </a:p>
      </dgm:t>
    </dgm:pt>
    <dgm:pt modelId="{43BA1671-21AD-744E-8069-C643FCABEB2C}" type="sibTrans" cxnId="{5D0FA26B-47A6-024C-971F-467D2552908F}">
      <dgm:prSet/>
      <dgm:spPr/>
      <dgm:t>
        <a:bodyPr/>
        <a:lstStyle/>
        <a:p>
          <a:endParaRPr lang="en-GB"/>
        </a:p>
      </dgm:t>
    </dgm:pt>
    <dgm:pt modelId="{7C9B1ED9-250B-AC4A-86EE-D5892E19AF0D}">
      <dgm:prSet custT="1"/>
      <dgm:spPr/>
      <dgm:t>
        <a:bodyPr/>
        <a:lstStyle/>
        <a:p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Secret Manager &amp; KMS: ~€50 - €80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</dgm:t>
    </dgm:pt>
    <dgm:pt modelId="{D05F249E-6896-F947-A8CA-77DABBCE450B}" type="parTrans" cxnId="{C9DA4A26-A06A-284A-8A74-EB4BF406C1AE}">
      <dgm:prSet/>
      <dgm:spPr/>
      <dgm:t>
        <a:bodyPr/>
        <a:lstStyle/>
        <a:p>
          <a:endParaRPr lang="en-GB"/>
        </a:p>
      </dgm:t>
    </dgm:pt>
    <dgm:pt modelId="{87E2E578-534C-4046-AD7B-79D5A219301A}" type="sibTrans" cxnId="{C9DA4A26-A06A-284A-8A74-EB4BF406C1AE}">
      <dgm:prSet/>
      <dgm:spPr/>
      <dgm:t>
        <a:bodyPr/>
        <a:lstStyle/>
        <a:p>
          <a:endParaRPr lang="en-GB"/>
        </a:p>
      </dgm:t>
    </dgm:pt>
    <dgm:pt modelId="{60EB3EA6-064F-DF43-9BA0-608250C516F3}">
      <dgm:prSet custT="1"/>
      <dgm:spPr/>
      <dgm:t>
        <a:bodyPr/>
        <a:lstStyle/>
        <a:p>
          <a:r>
            <a:rPr lang="en-GB" sz="2000" b="1" i="0" dirty="0"/>
            <a:t>Observability &amp; Operations</a:t>
          </a:r>
          <a:endParaRPr lang="en-FR" sz="2000" dirty="0"/>
        </a:p>
      </dgm:t>
    </dgm:pt>
    <dgm:pt modelId="{B166A605-9CFB-154D-8EE3-B76F447B305B}" type="parTrans" cxnId="{71BA981A-515C-424B-8D43-DDB6CF0CE31A}">
      <dgm:prSet/>
      <dgm:spPr/>
      <dgm:t>
        <a:bodyPr/>
        <a:lstStyle/>
        <a:p>
          <a:endParaRPr lang="en-GB"/>
        </a:p>
      </dgm:t>
    </dgm:pt>
    <dgm:pt modelId="{5A4AF008-8968-C944-9665-F8F5ED0240C4}" type="sibTrans" cxnId="{71BA981A-515C-424B-8D43-DDB6CF0CE31A}">
      <dgm:prSet/>
      <dgm:spPr/>
      <dgm:t>
        <a:bodyPr/>
        <a:lstStyle/>
        <a:p>
          <a:endParaRPr lang="en-GB"/>
        </a:p>
      </dgm:t>
    </dgm:pt>
    <dgm:pt modelId="{40226B8D-B50D-DB42-8CCA-9E861CB2657E}">
      <dgm:prSet custT="1"/>
      <dgm:spPr/>
      <dgm:t>
        <a:bodyPr/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Cloud Logging &amp; Monitoring: ~€100 - €200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</dgm:t>
    </dgm:pt>
    <dgm:pt modelId="{2B096AF2-687C-804B-A88A-2CA4708CC78E}" type="parTrans" cxnId="{4289B770-93D3-D24E-B0BA-484EE9B71896}">
      <dgm:prSet/>
      <dgm:spPr/>
      <dgm:t>
        <a:bodyPr/>
        <a:lstStyle/>
        <a:p>
          <a:endParaRPr lang="en-GB"/>
        </a:p>
      </dgm:t>
    </dgm:pt>
    <dgm:pt modelId="{C3C2A5C5-AD8D-CE43-A4B9-C355CB1B2BC1}" type="sibTrans" cxnId="{4289B770-93D3-D24E-B0BA-484EE9B71896}">
      <dgm:prSet/>
      <dgm:spPr/>
      <dgm:t>
        <a:bodyPr/>
        <a:lstStyle/>
        <a:p>
          <a:endParaRPr lang="en-GB"/>
        </a:p>
      </dgm:t>
    </dgm:pt>
    <dgm:pt modelId="{6B340DC5-09BF-C449-80EB-C2A896CDD11B}">
      <dgm:prSet custT="1"/>
      <dgm:spPr/>
      <dgm:t>
        <a:bodyPr/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i="0" kern="1200" dirty="0" err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Dataplex</a:t>
          </a:r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 (Data Quality): ~€100 - €200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</dgm:t>
    </dgm:pt>
    <dgm:pt modelId="{4C678844-4417-E041-92CC-B60324EF8323}" type="parTrans" cxnId="{DE0EB493-744B-F34D-A1FA-01B2A9342E72}">
      <dgm:prSet/>
      <dgm:spPr/>
      <dgm:t>
        <a:bodyPr/>
        <a:lstStyle/>
        <a:p>
          <a:endParaRPr lang="en-GB"/>
        </a:p>
      </dgm:t>
    </dgm:pt>
    <dgm:pt modelId="{558C583A-3B45-FF42-8F8C-2D8A9756EE9B}" type="sibTrans" cxnId="{DE0EB493-744B-F34D-A1FA-01B2A9342E72}">
      <dgm:prSet/>
      <dgm:spPr/>
      <dgm:t>
        <a:bodyPr/>
        <a:lstStyle/>
        <a:p>
          <a:endParaRPr lang="en-GB"/>
        </a:p>
      </dgm:t>
    </dgm:pt>
    <dgm:pt modelId="{B0C6273A-0105-5348-85FE-3A68FB8264F6}" type="pres">
      <dgm:prSet presAssocID="{A6C475D6-6004-4F45-A21D-0ED2E12AC5E4}" presName="Name0" presStyleCnt="0">
        <dgm:presLayoutVars>
          <dgm:dir/>
          <dgm:animLvl val="lvl"/>
          <dgm:resizeHandles val="exact"/>
        </dgm:presLayoutVars>
      </dgm:prSet>
      <dgm:spPr/>
    </dgm:pt>
    <dgm:pt modelId="{F4E5FD44-5BE3-BC42-997B-EF8AB996F628}" type="pres">
      <dgm:prSet presAssocID="{4C669857-053A-EC45-9AAA-755F7D0750DB}" presName="linNode" presStyleCnt="0"/>
      <dgm:spPr/>
    </dgm:pt>
    <dgm:pt modelId="{63DC6A1C-7143-E644-8EDA-592D20E543B3}" type="pres">
      <dgm:prSet presAssocID="{4C669857-053A-EC45-9AAA-755F7D0750DB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0AB21DAF-6A0C-8143-9B76-D93A8E328F2C}" type="pres">
      <dgm:prSet presAssocID="{4C669857-053A-EC45-9AAA-755F7D0750DB}" presName="descendantText" presStyleLbl="alignAccFollowNode1" presStyleIdx="0" presStyleCnt="4">
        <dgm:presLayoutVars>
          <dgm:bulletEnabled val="1"/>
        </dgm:presLayoutVars>
      </dgm:prSet>
      <dgm:spPr/>
    </dgm:pt>
    <dgm:pt modelId="{4DCE1786-2BAA-3840-9272-BAF93E2B1371}" type="pres">
      <dgm:prSet presAssocID="{F2FA3E47-BF56-AB43-A877-113BFEB039C9}" presName="sp" presStyleCnt="0"/>
      <dgm:spPr/>
    </dgm:pt>
    <dgm:pt modelId="{61E4386F-1CF3-8D49-8F94-3D14175F8198}" type="pres">
      <dgm:prSet presAssocID="{643800A1-68A5-5C48-A4A3-B26C55AE3898}" presName="linNode" presStyleCnt="0"/>
      <dgm:spPr/>
    </dgm:pt>
    <dgm:pt modelId="{E61C1661-E4A4-3F4D-BAC2-3FA412267F75}" type="pres">
      <dgm:prSet presAssocID="{643800A1-68A5-5C48-A4A3-B26C55AE3898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162986C4-AB02-334A-8BDD-8010F0AE68FD}" type="pres">
      <dgm:prSet presAssocID="{643800A1-68A5-5C48-A4A3-B26C55AE3898}" presName="descendantText" presStyleLbl="alignAccFollowNode1" presStyleIdx="1" presStyleCnt="4">
        <dgm:presLayoutVars>
          <dgm:bulletEnabled val="1"/>
        </dgm:presLayoutVars>
      </dgm:prSet>
      <dgm:spPr/>
    </dgm:pt>
    <dgm:pt modelId="{B86619F2-1073-8E40-88CC-AFD6CADC36CC}" type="pres">
      <dgm:prSet presAssocID="{B9E61F01-F696-6649-8FE4-CE46BD43EAAF}" presName="sp" presStyleCnt="0"/>
      <dgm:spPr/>
    </dgm:pt>
    <dgm:pt modelId="{70FB6BA2-AE25-CF4D-8CCC-4DB9FBE3329D}" type="pres">
      <dgm:prSet presAssocID="{7AB088AE-1353-FD49-9B0F-C6CEB7D63F23}" presName="linNode" presStyleCnt="0"/>
      <dgm:spPr/>
    </dgm:pt>
    <dgm:pt modelId="{8D77CADC-29D3-D341-99E1-8728DB7102B8}" type="pres">
      <dgm:prSet presAssocID="{7AB088AE-1353-FD49-9B0F-C6CEB7D63F23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169FDFB2-EB99-7447-8C63-D51BB503B027}" type="pres">
      <dgm:prSet presAssocID="{7AB088AE-1353-FD49-9B0F-C6CEB7D63F23}" presName="descendantText" presStyleLbl="alignAccFollowNode1" presStyleIdx="2" presStyleCnt="4">
        <dgm:presLayoutVars>
          <dgm:bulletEnabled val="1"/>
        </dgm:presLayoutVars>
      </dgm:prSet>
      <dgm:spPr/>
    </dgm:pt>
    <dgm:pt modelId="{4CD04C41-EEAA-2E4B-BD6A-2B4A78CB15D6}" type="pres">
      <dgm:prSet presAssocID="{25D3250C-10BB-124B-99C7-EBC34EE1DE5C}" presName="sp" presStyleCnt="0"/>
      <dgm:spPr/>
    </dgm:pt>
    <dgm:pt modelId="{6657CB31-4068-9149-B953-7EF11C600EF2}" type="pres">
      <dgm:prSet presAssocID="{60EB3EA6-064F-DF43-9BA0-608250C516F3}" presName="linNode" presStyleCnt="0"/>
      <dgm:spPr/>
    </dgm:pt>
    <dgm:pt modelId="{CC566316-3A94-044B-9132-BD13751F2012}" type="pres">
      <dgm:prSet presAssocID="{60EB3EA6-064F-DF43-9BA0-608250C516F3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DB99AA55-AB0A-C649-985A-27CF2A80A73B}" type="pres">
      <dgm:prSet presAssocID="{60EB3EA6-064F-DF43-9BA0-608250C516F3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67BCC002-1BB4-004F-88F2-B031A7159BA3}" type="presOf" srcId="{882EFE17-AEE3-8C45-91AE-375B85694DA4}" destId="{169FDFB2-EB99-7447-8C63-D51BB503B027}" srcOrd="0" destOrd="2" presId="urn:microsoft.com/office/officeart/2005/8/layout/vList5"/>
    <dgm:cxn modelId="{CB24660A-B787-264F-9A25-E229FB492C81}" srcId="{7AB088AE-1353-FD49-9B0F-C6CEB7D63F23}" destId="{F8929933-BB80-A848-8D67-CB32B0818DA0}" srcOrd="1" destOrd="0" parTransId="{7028B4E4-9D71-E443-8282-3EF15A95FD30}" sibTransId="{0118854E-3A48-9D4F-B081-3C81B8D3054B}"/>
    <dgm:cxn modelId="{131E6D13-0CB3-BA4B-9855-061D1CF316F1}" srcId="{4C669857-053A-EC45-9AAA-755F7D0750DB}" destId="{18C544F1-B158-314C-A424-136004DF8EEE}" srcOrd="0" destOrd="0" parTransId="{C668604D-70EB-5742-A471-C605F9479BCC}" sibTransId="{E4A1BC2F-2197-FB4B-AE2F-80C2382301D9}"/>
    <dgm:cxn modelId="{71BA981A-515C-424B-8D43-DDB6CF0CE31A}" srcId="{A6C475D6-6004-4F45-A21D-0ED2E12AC5E4}" destId="{60EB3EA6-064F-DF43-9BA0-608250C516F3}" srcOrd="3" destOrd="0" parTransId="{B166A605-9CFB-154D-8EE3-B76F447B305B}" sibTransId="{5A4AF008-8968-C944-9665-F8F5ED0240C4}"/>
    <dgm:cxn modelId="{C9DA4A26-A06A-284A-8A74-EB4BF406C1AE}" srcId="{7AB088AE-1353-FD49-9B0F-C6CEB7D63F23}" destId="{7C9B1ED9-250B-AC4A-86EE-D5892E19AF0D}" srcOrd="4" destOrd="0" parTransId="{D05F249E-6896-F947-A8CA-77DABBCE450B}" sibTransId="{87E2E578-534C-4046-AD7B-79D5A219301A}"/>
    <dgm:cxn modelId="{FCA3F82C-CBF7-EE43-8E92-20BA3974988D}" type="presOf" srcId="{E725330B-00E8-4643-886B-63BCB9549011}" destId="{162986C4-AB02-334A-8BDD-8010F0AE68FD}" srcOrd="0" destOrd="0" presId="urn:microsoft.com/office/officeart/2005/8/layout/vList5"/>
    <dgm:cxn modelId="{6E6E1D3E-4FA5-9540-909A-386B8D2A2402}" type="presOf" srcId="{643800A1-68A5-5C48-A4A3-B26C55AE3898}" destId="{E61C1661-E4A4-3F4D-BAC2-3FA412267F75}" srcOrd="0" destOrd="0" presId="urn:microsoft.com/office/officeart/2005/8/layout/vList5"/>
    <dgm:cxn modelId="{B404313E-DE93-F749-8482-C173D903D6CF}" type="presOf" srcId="{604A9112-4DD1-0E4B-A168-260442F34555}" destId="{169FDFB2-EB99-7447-8C63-D51BB503B027}" srcOrd="0" destOrd="3" presId="urn:microsoft.com/office/officeart/2005/8/layout/vList5"/>
    <dgm:cxn modelId="{5E2DCE46-3563-A64D-9CBC-9B16D68DD88B}" type="presOf" srcId="{60EB3EA6-064F-DF43-9BA0-608250C516F3}" destId="{CC566316-3A94-044B-9132-BD13751F2012}" srcOrd="0" destOrd="0" presId="urn:microsoft.com/office/officeart/2005/8/layout/vList5"/>
    <dgm:cxn modelId="{AEB3E050-7F11-9441-BF08-AA4151FD0E1E}" type="presOf" srcId="{A6C475D6-6004-4F45-A21D-0ED2E12AC5E4}" destId="{B0C6273A-0105-5348-85FE-3A68FB8264F6}" srcOrd="0" destOrd="0" presId="urn:microsoft.com/office/officeart/2005/8/layout/vList5"/>
    <dgm:cxn modelId="{02CCC267-4571-B04D-8F7A-08A5283E54D3}" type="presOf" srcId="{18C544F1-B158-314C-A424-136004DF8EEE}" destId="{0AB21DAF-6A0C-8143-9B76-D93A8E328F2C}" srcOrd="0" destOrd="0" presId="urn:microsoft.com/office/officeart/2005/8/layout/vList5"/>
    <dgm:cxn modelId="{5D0FA26B-47A6-024C-971F-467D2552908F}" srcId="{7AB088AE-1353-FD49-9B0F-C6CEB7D63F23}" destId="{604A9112-4DD1-0E4B-A168-260442F34555}" srcOrd="3" destOrd="0" parTransId="{7B60E396-EDA8-4B40-B33A-E63E5626D759}" sibTransId="{43BA1671-21AD-744E-8069-C643FCABEB2C}"/>
    <dgm:cxn modelId="{4289B770-93D3-D24E-B0BA-484EE9B71896}" srcId="{60EB3EA6-064F-DF43-9BA0-608250C516F3}" destId="{40226B8D-B50D-DB42-8CCA-9E861CB2657E}" srcOrd="0" destOrd="0" parTransId="{2B096AF2-687C-804B-A88A-2CA4708CC78E}" sibTransId="{C3C2A5C5-AD8D-CE43-A4B9-C355CB1B2BC1}"/>
    <dgm:cxn modelId="{0C8F1084-0070-1743-9858-53AF088CA419}" srcId="{A6C475D6-6004-4F45-A21D-0ED2E12AC5E4}" destId="{643800A1-68A5-5C48-A4A3-B26C55AE3898}" srcOrd="1" destOrd="0" parTransId="{FE1FCDA1-F887-364C-9A07-ACAC2232480B}" sibTransId="{B9E61F01-F696-6649-8FE4-CE46BD43EAAF}"/>
    <dgm:cxn modelId="{51B5DE86-BF3F-C748-85AE-66A78527FE62}" type="presOf" srcId="{6B340DC5-09BF-C449-80EB-C2A896CDD11B}" destId="{DB99AA55-AB0A-C649-985A-27CF2A80A73B}" srcOrd="0" destOrd="1" presId="urn:microsoft.com/office/officeart/2005/8/layout/vList5"/>
    <dgm:cxn modelId="{22000A8C-9D48-E141-9F9E-E92005F5EDB4}" srcId="{7AB088AE-1353-FD49-9B0F-C6CEB7D63F23}" destId="{882EFE17-AEE3-8C45-91AE-375B85694DA4}" srcOrd="2" destOrd="0" parTransId="{9974EA28-C82E-6F4F-B3E2-B2EA375B8428}" sibTransId="{5FCEB450-031F-C547-99F6-B2D7535D373E}"/>
    <dgm:cxn modelId="{DE0EB493-744B-F34D-A1FA-01B2A9342E72}" srcId="{60EB3EA6-064F-DF43-9BA0-608250C516F3}" destId="{6B340DC5-09BF-C449-80EB-C2A896CDD11B}" srcOrd="1" destOrd="0" parTransId="{4C678844-4417-E041-92CC-B60324EF8323}" sibTransId="{558C583A-3B45-FF42-8F8C-2D8A9756EE9B}"/>
    <dgm:cxn modelId="{E41CE69C-DE17-EF4E-B47E-160A335E2CF1}" type="presOf" srcId="{689DD240-837C-4B4A-B22D-3450986B2F91}" destId="{162986C4-AB02-334A-8BDD-8010F0AE68FD}" srcOrd="0" destOrd="1" presId="urn:microsoft.com/office/officeart/2005/8/layout/vList5"/>
    <dgm:cxn modelId="{D33EC6A0-17F3-BD45-896A-6BC4B6EBE7F0}" srcId="{A6C475D6-6004-4F45-A21D-0ED2E12AC5E4}" destId="{7AB088AE-1353-FD49-9B0F-C6CEB7D63F23}" srcOrd="2" destOrd="0" parTransId="{4E3DE015-E5BB-644A-86AB-08FCCE2051F3}" sibTransId="{25D3250C-10BB-124B-99C7-EBC34EE1DE5C}"/>
    <dgm:cxn modelId="{0917F4A2-B9DB-5C4C-BF17-900EE5132A93}" srcId="{4C669857-053A-EC45-9AAA-755F7D0750DB}" destId="{889C84FA-2071-4C41-85B2-1D406C1401E2}" srcOrd="1" destOrd="0" parTransId="{C85B4E80-1323-0E4A-9EEC-7F545B407E52}" sibTransId="{971841E6-877D-7F48-B5F8-5DD33C267EAC}"/>
    <dgm:cxn modelId="{4B1C39A4-3DBA-5048-B1CA-DF61A4E3C406}" type="presOf" srcId="{F8929933-BB80-A848-8D67-CB32B0818DA0}" destId="{169FDFB2-EB99-7447-8C63-D51BB503B027}" srcOrd="0" destOrd="1" presId="urn:microsoft.com/office/officeart/2005/8/layout/vList5"/>
    <dgm:cxn modelId="{5667FAA4-6DDC-3F49-915B-ABD5F3B282F9}" type="presOf" srcId="{E04AB083-210E-3243-AEBA-928B46EF3A9A}" destId="{162986C4-AB02-334A-8BDD-8010F0AE68FD}" srcOrd="0" destOrd="2" presId="urn:microsoft.com/office/officeart/2005/8/layout/vList5"/>
    <dgm:cxn modelId="{48FD09A7-29C7-1F4F-8556-04E83F697456}" type="presOf" srcId="{889C84FA-2071-4C41-85B2-1D406C1401E2}" destId="{0AB21DAF-6A0C-8143-9B76-D93A8E328F2C}" srcOrd="0" destOrd="1" presId="urn:microsoft.com/office/officeart/2005/8/layout/vList5"/>
    <dgm:cxn modelId="{F94338AC-E675-AD45-81B5-1EC7CCF64D36}" srcId="{643800A1-68A5-5C48-A4A3-B26C55AE3898}" destId="{412A7978-4262-454E-95CC-C78BD00C0768}" srcOrd="3" destOrd="0" parTransId="{2D172E29-FAAD-E941-836C-C360630A5A56}" sibTransId="{4FBE17F1-F3F2-594A-99AA-E9A79CDDE5EB}"/>
    <dgm:cxn modelId="{AF9C76AD-3557-FE44-982F-45FE985A83B5}" srcId="{A6C475D6-6004-4F45-A21D-0ED2E12AC5E4}" destId="{4C669857-053A-EC45-9AAA-755F7D0750DB}" srcOrd="0" destOrd="0" parTransId="{5DA3C52B-3294-C249-B7FB-FB16957E2EAB}" sibTransId="{F2FA3E47-BF56-AB43-A877-113BFEB039C9}"/>
    <dgm:cxn modelId="{22115AD3-EABE-DE4D-9791-C2F761C0D950}" type="presOf" srcId="{40226B8D-B50D-DB42-8CCA-9E861CB2657E}" destId="{DB99AA55-AB0A-C649-985A-27CF2A80A73B}" srcOrd="0" destOrd="0" presId="urn:microsoft.com/office/officeart/2005/8/layout/vList5"/>
    <dgm:cxn modelId="{EDEF72D9-1FC5-CB4D-9AE7-DE177FF14396}" srcId="{643800A1-68A5-5C48-A4A3-B26C55AE3898}" destId="{E04AB083-210E-3243-AEBA-928B46EF3A9A}" srcOrd="2" destOrd="0" parTransId="{86D2E60B-8223-374C-BD64-64036D5DD39D}" sibTransId="{2D3624C5-4F0E-6143-AD3B-A05A94D9608F}"/>
    <dgm:cxn modelId="{BDE3B4E0-587A-1747-BEB0-C9256DBF2D55}" type="presOf" srcId="{4C669857-053A-EC45-9AAA-755F7D0750DB}" destId="{63DC6A1C-7143-E644-8EDA-592D20E543B3}" srcOrd="0" destOrd="0" presId="urn:microsoft.com/office/officeart/2005/8/layout/vList5"/>
    <dgm:cxn modelId="{8A4E0FE4-7C67-E04A-A331-D7949BAC3485}" srcId="{643800A1-68A5-5C48-A4A3-B26C55AE3898}" destId="{689DD240-837C-4B4A-B22D-3450986B2F91}" srcOrd="1" destOrd="0" parTransId="{E7685421-BBF1-3447-A173-FA3B7BA9AF73}" sibTransId="{C1A45D50-F30E-1947-8C76-390374342BE3}"/>
    <dgm:cxn modelId="{D2C716E7-698E-C742-8350-5473706DD2D4}" srcId="{643800A1-68A5-5C48-A4A3-B26C55AE3898}" destId="{E725330B-00E8-4643-886B-63BCB9549011}" srcOrd="0" destOrd="0" parTransId="{2C99F536-263B-804D-8C23-34C4DC6CAC6A}" sibTransId="{592D4948-F1FF-4A4F-8AC9-77AAAF2CFBE6}"/>
    <dgm:cxn modelId="{333E19F3-3520-804A-938E-76970699B00A}" type="presOf" srcId="{C492617A-6D52-C643-A569-62B51C84EDD3}" destId="{169FDFB2-EB99-7447-8C63-D51BB503B027}" srcOrd="0" destOrd="0" presId="urn:microsoft.com/office/officeart/2005/8/layout/vList5"/>
    <dgm:cxn modelId="{5D3D61F7-340C-8C40-A3E3-982119E1F060}" type="presOf" srcId="{7C9B1ED9-250B-AC4A-86EE-D5892E19AF0D}" destId="{169FDFB2-EB99-7447-8C63-D51BB503B027}" srcOrd="0" destOrd="4" presId="urn:microsoft.com/office/officeart/2005/8/layout/vList5"/>
    <dgm:cxn modelId="{C47729F9-4182-AB44-B23D-77EBAB30BAA5}" srcId="{7AB088AE-1353-FD49-9B0F-C6CEB7D63F23}" destId="{C492617A-6D52-C643-A569-62B51C84EDD3}" srcOrd="0" destOrd="0" parTransId="{AA883087-D7DA-4F41-B1F7-047AC47301AB}" sibTransId="{CB9E6869-7663-9B49-A47B-86372A227A86}"/>
    <dgm:cxn modelId="{86040EFC-582F-0046-9E03-E38B94B4DC07}" type="presOf" srcId="{7AB088AE-1353-FD49-9B0F-C6CEB7D63F23}" destId="{8D77CADC-29D3-D341-99E1-8728DB7102B8}" srcOrd="0" destOrd="0" presId="urn:microsoft.com/office/officeart/2005/8/layout/vList5"/>
    <dgm:cxn modelId="{00D63DFE-09F2-CA44-ADCB-4F95C9C500C1}" type="presOf" srcId="{412A7978-4262-454E-95CC-C78BD00C0768}" destId="{162986C4-AB02-334A-8BDD-8010F0AE68FD}" srcOrd="0" destOrd="3" presId="urn:microsoft.com/office/officeart/2005/8/layout/vList5"/>
    <dgm:cxn modelId="{8B0F7613-6098-B44A-9146-777F0D0BBE30}" type="presParOf" srcId="{B0C6273A-0105-5348-85FE-3A68FB8264F6}" destId="{F4E5FD44-5BE3-BC42-997B-EF8AB996F628}" srcOrd="0" destOrd="0" presId="urn:microsoft.com/office/officeart/2005/8/layout/vList5"/>
    <dgm:cxn modelId="{C8DE0EB3-A38F-3F4D-B3DF-18D69F1AA9BA}" type="presParOf" srcId="{F4E5FD44-5BE3-BC42-997B-EF8AB996F628}" destId="{63DC6A1C-7143-E644-8EDA-592D20E543B3}" srcOrd="0" destOrd="0" presId="urn:microsoft.com/office/officeart/2005/8/layout/vList5"/>
    <dgm:cxn modelId="{E1EC1AEC-EE7B-384A-9EBD-50AF391D84F6}" type="presParOf" srcId="{F4E5FD44-5BE3-BC42-997B-EF8AB996F628}" destId="{0AB21DAF-6A0C-8143-9B76-D93A8E328F2C}" srcOrd="1" destOrd="0" presId="urn:microsoft.com/office/officeart/2005/8/layout/vList5"/>
    <dgm:cxn modelId="{99FA0410-4384-FF42-8C02-B516F433D445}" type="presParOf" srcId="{B0C6273A-0105-5348-85FE-3A68FB8264F6}" destId="{4DCE1786-2BAA-3840-9272-BAF93E2B1371}" srcOrd="1" destOrd="0" presId="urn:microsoft.com/office/officeart/2005/8/layout/vList5"/>
    <dgm:cxn modelId="{47C5C933-793A-7A43-B002-F3736E6D2DC8}" type="presParOf" srcId="{B0C6273A-0105-5348-85FE-3A68FB8264F6}" destId="{61E4386F-1CF3-8D49-8F94-3D14175F8198}" srcOrd="2" destOrd="0" presId="urn:microsoft.com/office/officeart/2005/8/layout/vList5"/>
    <dgm:cxn modelId="{CC7F493E-E07F-6441-AE6A-5B64010DC2C1}" type="presParOf" srcId="{61E4386F-1CF3-8D49-8F94-3D14175F8198}" destId="{E61C1661-E4A4-3F4D-BAC2-3FA412267F75}" srcOrd="0" destOrd="0" presId="urn:microsoft.com/office/officeart/2005/8/layout/vList5"/>
    <dgm:cxn modelId="{A2446A7B-FB77-8543-9727-E3D0B4CA718E}" type="presParOf" srcId="{61E4386F-1CF3-8D49-8F94-3D14175F8198}" destId="{162986C4-AB02-334A-8BDD-8010F0AE68FD}" srcOrd="1" destOrd="0" presId="urn:microsoft.com/office/officeart/2005/8/layout/vList5"/>
    <dgm:cxn modelId="{C45ADE15-A636-1549-B9C7-127838444F7F}" type="presParOf" srcId="{B0C6273A-0105-5348-85FE-3A68FB8264F6}" destId="{B86619F2-1073-8E40-88CC-AFD6CADC36CC}" srcOrd="3" destOrd="0" presId="urn:microsoft.com/office/officeart/2005/8/layout/vList5"/>
    <dgm:cxn modelId="{BEEAA83F-6E63-C444-B84F-E6567853AA34}" type="presParOf" srcId="{B0C6273A-0105-5348-85FE-3A68FB8264F6}" destId="{70FB6BA2-AE25-CF4D-8CCC-4DB9FBE3329D}" srcOrd="4" destOrd="0" presId="urn:microsoft.com/office/officeart/2005/8/layout/vList5"/>
    <dgm:cxn modelId="{D978500A-E170-D24B-9F8A-5A2B61D05F91}" type="presParOf" srcId="{70FB6BA2-AE25-CF4D-8CCC-4DB9FBE3329D}" destId="{8D77CADC-29D3-D341-99E1-8728DB7102B8}" srcOrd="0" destOrd="0" presId="urn:microsoft.com/office/officeart/2005/8/layout/vList5"/>
    <dgm:cxn modelId="{AD4BAE5F-D2A6-7F49-9002-A33447D78775}" type="presParOf" srcId="{70FB6BA2-AE25-CF4D-8CCC-4DB9FBE3329D}" destId="{169FDFB2-EB99-7447-8C63-D51BB503B027}" srcOrd="1" destOrd="0" presId="urn:microsoft.com/office/officeart/2005/8/layout/vList5"/>
    <dgm:cxn modelId="{E4B55430-E09C-7245-AE12-846F926A8EFA}" type="presParOf" srcId="{B0C6273A-0105-5348-85FE-3A68FB8264F6}" destId="{4CD04C41-EEAA-2E4B-BD6A-2B4A78CB15D6}" srcOrd="5" destOrd="0" presId="urn:microsoft.com/office/officeart/2005/8/layout/vList5"/>
    <dgm:cxn modelId="{085161D7-56B6-634A-B2EE-1077EDE9AFB4}" type="presParOf" srcId="{B0C6273A-0105-5348-85FE-3A68FB8264F6}" destId="{6657CB31-4068-9149-B953-7EF11C600EF2}" srcOrd="6" destOrd="0" presId="urn:microsoft.com/office/officeart/2005/8/layout/vList5"/>
    <dgm:cxn modelId="{609582A2-359A-174B-9C2E-710385D4C29E}" type="presParOf" srcId="{6657CB31-4068-9149-B953-7EF11C600EF2}" destId="{CC566316-3A94-044B-9132-BD13751F2012}" srcOrd="0" destOrd="0" presId="urn:microsoft.com/office/officeart/2005/8/layout/vList5"/>
    <dgm:cxn modelId="{4FC37AE0-2848-AF48-9628-C534828008C3}" type="presParOf" srcId="{6657CB31-4068-9149-B953-7EF11C600EF2}" destId="{DB99AA55-AB0A-C649-985A-27CF2A80A73B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C2764DE-7A29-AC4B-BC88-9D123DF47104}" type="doc">
      <dgm:prSet loTypeId="urn:microsoft.com/office/officeart/2008/layout/AscendingPictureAccentProcess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GB"/>
        </a:p>
      </dgm:t>
    </dgm:pt>
    <dgm:pt modelId="{8221994F-AE03-7C45-A049-434EA9442628}">
      <dgm:prSet/>
      <dgm:spPr/>
      <dgm:t>
        <a:bodyPr/>
        <a:lstStyle/>
        <a:p>
          <a:r>
            <a:rPr lang="en-GB" b="1" dirty="0"/>
            <a:t>Connecting to the Enterprise safely</a:t>
          </a:r>
          <a:endParaRPr lang="en-FR" dirty="0"/>
        </a:p>
      </dgm:t>
    </dgm:pt>
    <dgm:pt modelId="{79D5D80B-F269-4246-A98B-8A40F5974814}" type="parTrans" cxnId="{355F2D8D-A0D0-8B4D-9919-6D89DEF97AA4}">
      <dgm:prSet/>
      <dgm:spPr/>
      <dgm:t>
        <a:bodyPr/>
        <a:lstStyle/>
        <a:p>
          <a:endParaRPr lang="en-GB"/>
        </a:p>
      </dgm:t>
    </dgm:pt>
    <dgm:pt modelId="{08720F04-9A7F-934E-881A-F8C881B20B35}" type="sibTrans" cxnId="{355F2D8D-A0D0-8B4D-9919-6D89DEF97AA4}">
      <dgm:prSet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t>
        <a:bodyPr/>
        <a:lstStyle/>
        <a:p>
          <a:endParaRPr lang="en-GB"/>
        </a:p>
      </dgm:t>
      <dgm:extLst>
        <a:ext uri="{E40237B7-FDA0-4F09-8148-C483321AD2D9}">
          <dgm14:cNvPr xmlns:dgm14="http://schemas.microsoft.com/office/drawing/2010/diagram" id="0" name="" descr="Plugged Unplugged with solid fill"/>
        </a:ext>
      </dgm:extLst>
    </dgm:pt>
    <dgm:pt modelId="{935F96E9-49A0-6B44-8B23-5E2CDDF76270}">
      <dgm:prSet/>
      <dgm:spPr/>
      <dgm:t>
        <a:bodyPr/>
        <a:lstStyle/>
        <a:p>
          <a:pPr rtl="0"/>
          <a:r>
            <a:rPr lang="en-GB" b="1" dirty="0"/>
            <a:t>Identity Propagation ("On-Behalf-Of")</a:t>
          </a:r>
          <a:r>
            <a:rPr lang="en-GB" b="0" dirty="0"/>
            <a:t> The agent impersonates the user: It sees </a:t>
          </a:r>
          <a:r>
            <a:rPr lang="en-GB" b="0" i="1" dirty="0"/>
            <a:t>only</a:t>
          </a:r>
          <a:r>
            <a:rPr lang="en-GB" b="0" i="0" dirty="0"/>
            <a:t> what the user is allowed to see (preserving existing Salesforce/Drive ACLs).</a:t>
          </a:r>
          <a:endParaRPr lang="en-FR" dirty="0"/>
        </a:p>
      </dgm:t>
    </dgm:pt>
    <dgm:pt modelId="{D44FC5C3-2063-CE49-BE6E-98F61862EB5A}" type="parTrans" cxnId="{944828D4-14DA-7240-870B-4110D0205D43}">
      <dgm:prSet/>
      <dgm:spPr/>
      <dgm:t>
        <a:bodyPr/>
        <a:lstStyle/>
        <a:p>
          <a:endParaRPr lang="en-GB"/>
        </a:p>
      </dgm:t>
    </dgm:pt>
    <dgm:pt modelId="{63BAB954-C8B5-E747-B625-1BD5EB0B883C}" type="sibTrans" cxnId="{944828D4-14DA-7240-870B-4110D0205D43}">
      <dgm:prSet/>
      <dgm:spPr/>
      <dgm:t>
        <a:bodyPr/>
        <a:lstStyle/>
        <a:p>
          <a:endParaRPr lang="en-GB"/>
        </a:p>
      </dgm:t>
    </dgm:pt>
    <dgm:pt modelId="{0B3912BE-7E70-364F-AA57-CB54F5BEA69F}">
      <dgm:prSet/>
      <dgm:spPr/>
      <dgm:t>
        <a:bodyPr/>
        <a:lstStyle/>
        <a:p>
          <a:r>
            <a:rPr lang="en-GB" b="1" i="0" dirty="0"/>
            <a:t>Controlled Egress</a:t>
          </a:r>
          <a:endParaRPr lang="en-FR" dirty="0"/>
        </a:p>
      </dgm:t>
    </dgm:pt>
    <dgm:pt modelId="{CF8C2589-370C-5D4E-A8CE-034EBB75A128}" type="parTrans" cxnId="{AFEAD50C-2B0A-F24A-A24E-181CC7ECFD58}">
      <dgm:prSet/>
      <dgm:spPr/>
      <dgm:t>
        <a:bodyPr/>
        <a:lstStyle/>
        <a:p>
          <a:endParaRPr lang="en-GB"/>
        </a:p>
      </dgm:t>
    </dgm:pt>
    <dgm:pt modelId="{BAB260D5-E4AD-D748-A7F6-812CB1DED265}" type="sibTrans" cxnId="{AFEAD50C-2B0A-F24A-A24E-181CC7ECFD58}">
      <dgm:prSet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t>
        <a:bodyPr/>
        <a:lstStyle/>
        <a:p>
          <a:endParaRPr lang="en-GB"/>
        </a:p>
      </dgm:t>
      <dgm:extLst>
        <a:ext uri="{E40237B7-FDA0-4F09-8148-C483321AD2D9}">
          <dgm14:cNvPr xmlns:dgm14="http://schemas.microsoft.com/office/drawing/2010/diagram" id="0" name="" descr="Connections outline"/>
        </a:ext>
      </dgm:extLst>
    </dgm:pt>
    <dgm:pt modelId="{C7C6E816-31AC-944C-8909-E39D99193EF6}">
      <dgm:prSet/>
      <dgm:spPr/>
      <dgm:t>
        <a:bodyPr/>
        <a:lstStyle/>
        <a:p>
          <a:r>
            <a:rPr lang="en-GB" i="0" dirty="0"/>
            <a:t>Traffic</a:t>
          </a:r>
          <a:r>
            <a:rPr lang="en-GB" b="0" i="0" dirty="0"/>
            <a:t> flows through </a:t>
          </a:r>
          <a:r>
            <a:rPr lang="en-GB" i="0" dirty="0"/>
            <a:t>Cloud NAT </a:t>
          </a:r>
          <a:r>
            <a:rPr lang="en-GB" b="0" i="0" dirty="0"/>
            <a:t>with static IPs allowlisted by SaaS providers.</a:t>
          </a:r>
          <a:endParaRPr lang="en-FR" dirty="0"/>
        </a:p>
      </dgm:t>
    </dgm:pt>
    <dgm:pt modelId="{1D700B93-82C3-8D43-9770-FFEA34B989C5}" type="parTrans" cxnId="{70206BA0-E7D2-0C47-81E4-9BE7BAC2116D}">
      <dgm:prSet/>
      <dgm:spPr/>
      <dgm:t>
        <a:bodyPr/>
        <a:lstStyle/>
        <a:p>
          <a:endParaRPr lang="en-GB"/>
        </a:p>
      </dgm:t>
    </dgm:pt>
    <dgm:pt modelId="{8F2EB4CC-5DD1-A44E-8D60-AF25D8950412}" type="sibTrans" cxnId="{70206BA0-E7D2-0C47-81E4-9BE7BAC2116D}">
      <dgm:prSet/>
      <dgm:spPr/>
      <dgm:t>
        <a:bodyPr/>
        <a:lstStyle/>
        <a:p>
          <a:endParaRPr lang="en-GB"/>
        </a:p>
      </dgm:t>
    </dgm:pt>
    <dgm:pt modelId="{BC31FD18-8C17-AF47-A104-2D01063AFC3D}" type="pres">
      <dgm:prSet presAssocID="{6C2764DE-7A29-AC4B-BC88-9D123DF47104}" presName="Name0" presStyleCnt="0">
        <dgm:presLayoutVars>
          <dgm:chMax val="7"/>
          <dgm:chPref val="7"/>
          <dgm:dir/>
        </dgm:presLayoutVars>
      </dgm:prSet>
      <dgm:spPr/>
    </dgm:pt>
    <dgm:pt modelId="{A62572B3-08E4-A74F-985B-ACAC7821D5DA}" type="pres">
      <dgm:prSet presAssocID="{6C2764DE-7A29-AC4B-BC88-9D123DF47104}" presName="dot1" presStyleLbl="alignNode1" presStyleIdx="0" presStyleCnt="10"/>
      <dgm:spPr/>
    </dgm:pt>
    <dgm:pt modelId="{44243819-B383-0F4E-A640-63C558D7E9B7}" type="pres">
      <dgm:prSet presAssocID="{6C2764DE-7A29-AC4B-BC88-9D123DF47104}" presName="dot2" presStyleLbl="alignNode1" presStyleIdx="1" presStyleCnt="10"/>
      <dgm:spPr/>
    </dgm:pt>
    <dgm:pt modelId="{EE32A795-BEF9-F044-8F60-F52F43CA37CA}" type="pres">
      <dgm:prSet presAssocID="{6C2764DE-7A29-AC4B-BC88-9D123DF47104}" presName="dot3" presStyleLbl="alignNode1" presStyleIdx="2" presStyleCnt="10"/>
      <dgm:spPr/>
    </dgm:pt>
    <dgm:pt modelId="{A983A22F-2673-6A41-B4C7-DF53D38A4F5E}" type="pres">
      <dgm:prSet presAssocID="{6C2764DE-7A29-AC4B-BC88-9D123DF47104}" presName="dotArrow1" presStyleLbl="alignNode1" presStyleIdx="3" presStyleCnt="10"/>
      <dgm:spPr/>
    </dgm:pt>
    <dgm:pt modelId="{6F173831-47FF-254B-8424-B0A56BFE057A}" type="pres">
      <dgm:prSet presAssocID="{6C2764DE-7A29-AC4B-BC88-9D123DF47104}" presName="dotArrow2" presStyleLbl="alignNode1" presStyleIdx="4" presStyleCnt="10"/>
      <dgm:spPr/>
    </dgm:pt>
    <dgm:pt modelId="{9A188227-B54F-9F42-9042-4ADB2D1889E3}" type="pres">
      <dgm:prSet presAssocID="{6C2764DE-7A29-AC4B-BC88-9D123DF47104}" presName="dotArrow3" presStyleLbl="alignNode1" presStyleIdx="5" presStyleCnt="10"/>
      <dgm:spPr/>
    </dgm:pt>
    <dgm:pt modelId="{24DD7433-E48A-E543-8823-5BE265B179E0}" type="pres">
      <dgm:prSet presAssocID="{6C2764DE-7A29-AC4B-BC88-9D123DF47104}" presName="dotArrow4" presStyleLbl="alignNode1" presStyleIdx="6" presStyleCnt="10"/>
      <dgm:spPr/>
    </dgm:pt>
    <dgm:pt modelId="{723D0814-3ADB-6445-AE9F-F89597A2D8EA}" type="pres">
      <dgm:prSet presAssocID="{6C2764DE-7A29-AC4B-BC88-9D123DF47104}" presName="dotArrow5" presStyleLbl="alignNode1" presStyleIdx="7" presStyleCnt="10"/>
      <dgm:spPr/>
    </dgm:pt>
    <dgm:pt modelId="{9D4DDC7F-5446-304F-9DCB-ABD02BD493B9}" type="pres">
      <dgm:prSet presAssocID="{6C2764DE-7A29-AC4B-BC88-9D123DF47104}" presName="dotArrow6" presStyleLbl="alignNode1" presStyleIdx="8" presStyleCnt="10"/>
      <dgm:spPr/>
    </dgm:pt>
    <dgm:pt modelId="{1D16BD1A-E15B-7E4D-ADD7-C51A04041C7C}" type="pres">
      <dgm:prSet presAssocID="{6C2764DE-7A29-AC4B-BC88-9D123DF47104}" presName="dotArrow7" presStyleLbl="alignNode1" presStyleIdx="9" presStyleCnt="10"/>
      <dgm:spPr/>
    </dgm:pt>
    <dgm:pt modelId="{D1C98DAD-DD69-EB4C-88FC-A293C3BCD457}" type="pres">
      <dgm:prSet presAssocID="{8221994F-AE03-7C45-A049-434EA9442628}" presName="parTx1" presStyleLbl="node1" presStyleIdx="0" presStyleCnt="2"/>
      <dgm:spPr/>
    </dgm:pt>
    <dgm:pt modelId="{78930FF8-120E-C040-93E3-E4A68FC1C3E1}" type="pres">
      <dgm:prSet presAssocID="{8221994F-AE03-7C45-A049-434EA9442628}" presName="desTx1" presStyleLbl="revTx" presStyleIdx="0" presStyleCnt="2">
        <dgm:presLayoutVars>
          <dgm:bulletEnabled val="1"/>
        </dgm:presLayoutVars>
      </dgm:prSet>
      <dgm:spPr/>
    </dgm:pt>
    <dgm:pt modelId="{7004D8D0-3000-5D42-B3D6-54B3CEDC6267}" type="pres">
      <dgm:prSet presAssocID="{08720F04-9A7F-934E-881A-F8C881B20B35}" presName="picture1" presStyleCnt="0"/>
      <dgm:spPr/>
    </dgm:pt>
    <dgm:pt modelId="{AC65585D-5C85-1146-A4C2-8EE71EC7C977}" type="pres">
      <dgm:prSet presAssocID="{08720F04-9A7F-934E-881A-F8C881B20B35}" presName="imageRepeatNode" presStyleLbl="fgImgPlace1" presStyleIdx="0" presStyleCnt="2"/>
      <dgm:spPr/>
    </dgm:pt>
    <dgm:pt modelId="{D5609DB9-F271-C24C-92CB-70FC944851C7}" type="pres">
      <dgm:prSet presAssocID="{0B3912BE-7E70-364F-AA57-CB54F5BEA69F}" presName="parTx2" presStyleLbl="node1" presStyleIdx="1" presStyleCnt="2"/>
      <dgm:spPr/>
    </dgm:pt>
    <dgm:pt modelId="{A3F70925-2513-FB4C-82EB-289DECDA2CBA}" type="pres">
      <dgm:prSet presAssocID="{0B3912BE-7E70-364F-AA57-CB54F5BEA69F}" presName="desTx2" presStyleLbl="revTx" presStyleIdx="1" presStyleCnt="2">
        <dgm:presLayoutVars>
          <dgm:bulletEnabled val="1"/>
        </dgm:presLayoutVars>
      </dgm:prSet>
      <dgm:spPr/>
    </dgm:pt>
    <dgm:pt modelId="{DBB0AEA7-0E17-7140-82C1-B82CB2179029}" type="pres">
      <dgm:prSet presAssocID="{BAB260D5-E4AD-D748-A7F6-812CB1DED265}" presName="picture2" presStyleCnt="0"/>
      <dgm:spPr/>
    </dgm:pt>
    <dgm:pt modelId="{34CE0AB2-E8DB-D845-B6BC-16CE1DE1CD4B}" type="pres">
      <dgm:prSet presAssocID="{BAB260D5-E4AD-D748-A7F6-812CB1DED265}" presName="imageRepeatNode" presStyleLbl="fgImgPlace1" presStyleIdx="1" presStyleCnt="2"/>
      <dgm:spPr/>
    </dgm:pt>
  </dgm:ptLst>
  <dgm:cxnLst>
    <dgm:cxn modelId="{AFEAD50C-2B0A-F24A-A24E-181CC7ECFD58}" srcId="{6C2764DE-7A29-AC4B-BC88-9D123DF47104}" destId="{0B3912BE-7E70-364F-AA57-CB54F5BEA69F}" srcOrd="1" destOrd="0" parTransId="{CF8C2589-370C-5D4E-A8CE-034EBB75A128}" sibTransId="{BAB260D5-E4AD-D748-A7F6-812CB1DED265}"/>
    <dgm:cxn modelId="{FFDD241C-368C-1B49-9601-BD90BCB6624E}" type="presOf" srcId="{08720F04-9A7F-934E-881A-F8C881B20B35}" destId="{AC65585D-5C85-1146-A4C2-8EE71EC7C977}" srcOrd="0" destOrd="0" presId="urn:microsoft.com/office/officeart/2008/layout/AscendingPictureAccentProcess"/>
    <dgm:cxn modelId="{C641FD42-C872-5243-AC6D-DB8DA3BE34FF}" type="presOf" srcId="{6C2764DE-7A29-AC4B-BC88-9D123DF47104}" destId="{BC31FD18-8C17-AF47-A104-2D01063AFC3D}" srcOrd="0" destOrd="0" presId="urn:microsoft.com/office/officeart/2008/layout/AscendingPictureAccentProcess"/>
    <dgm:cxn modelId="{2B54745A-CB3F-F541-8B91-54D7FD8690EA}" type="presOf" srcId="{C7C6E816-31AC-944C-8909-E39D99193EF6}" destId="{A3F70925-2513-FB4C-82EB-289DECDA2CBA}" srcOrd="0" destOrd="0" presId="urn:microsoft.com/office/officeart/2008/layout/AscendingPictureAccentProcess"/>
    <dgm:cxn modelId="{8DCFAF7D-4A1D-F94B-8814-8BEDF729DF1F}" type="presOf" srcId="{935F96E9-49A0-6B44-8B23-5E2CDDF76270}" destId="{78930FF8-120E-C040-93E3-E4A68FC1C3E1}" srcOrd="0" destOrd="0" presId="urn:microsoft.com/office/officeart/2008/layout/AscendingPictureAccentProcess"/>
    <dgm:cxn modelId="{355F2D8D-A0D0-8B4D-9919-6D89DEF97AA4}" srcId="{6C2764DE-7A29-AC4B-BC88-9D123DF47104}" destId="{8221994F-AE03-7C45-A049-434EA9442628}" srcOrd="0" destOrd="0" parTransId="{79D5D80B-F269-4246-A98B-8A40F5974814}" sibTransId="{08720F04-9A7F-934E-881A-F8C881B20B35}"/>
    <dgm:cxn modelId="{EB754592-B5F7-E143-A87A-F00EC4367840}" type="presOf" srcId="{0B3912BE-7E70-364F-AA57-CB54F5BEA69F}" destId="{D5609DB9-F271-C24C-92CB-70FC944851C7}" srcOrd="0" destOrd="0" presId="urn:microsoft.com/office/officeart/2008/layout/AscendingPictureAccentProcess"/>
    <dgm:cxn modelId="{70206BA0-E7D2-0C47-81E4-9BE7BAC2116D}" srcId="{0B3912BE-7E70-364F-AA57-CB54F5BEA69F}" destId="{C7C6E816-31AC-944C-8909-E39D99193EF6}" srcOrd="0" destOrd="0" parTransId="{1D700B93-82C3-8D43-9770-FFEA34B989C5}" sibTransId="{8F2EB4CC-5DD1-A44E-8D60-AF25D8950412}"/>
    <dgm:cxn modelId="{548530C0-53E3-D946-A565-88A26E756A7A}" type="presOf" srcId="{8221994F-AE03-7C45-A049-434EA9442628}" destId="{D1C98DAD-DD69-EB4C-88FC-A293C3BCD457}" srcOrd="0" destOrd="0" presId="urn:microsoft.com/office/officeart/2008/layout/AscendingPictureAccentProcess"/>
    <dgm:cxn modelId="{944828D4-14DA-7240-870B-4110D0205D43}" srcId="{8221994F-AE03-7C45-A049-434EA9442628}" destId="{935F96E9-49A0-6B44-8B23-5E2CDDF76270}" srcOrd="0" destOrd="0" parTransId="{D44FC5C3-2063-CE49-BE6E-98F61862EB5A}" sibTransId="{63BAB954-C8B5-E747-B625-1BD5EB0B883C}"/>
    <dgm:cxn modelId="{06EDDAF7-75D3-2D45-9864-7E236CB6E837}" type="presOf" srcId="{BAB260D5-E4AD-D748-A7F6-812CB1DED265}" destId="{34CE0AB2-E8DB-D845-B6BC-16CE1DE1CD4B}" srcOrd="0" destOrd="0" presId="urn:microsoft.com/office/officeart/2008/layout/AscendingPictureAccentProcess"/>
    <dgm:cxn modelId="{32312856-0076-0F41-B5F9-CDAFBA44326A}" type="presParOf" srcId="{BC31FD18-8C17-AF47-A104-2D01063AFC3D}" destId="{A62572B3-08E4-A74F-985B-ACAC7821D5DA}" srcOrd="0" destOrd="0" presId="urn:microsoft.com/office/officeart/2008/layout/AscendingPictureAccentProcess"/>
    <dgm:cxn modelId="{187803F3-C2A6-6247-9A14-CACC239FA522}" type="presParOf" srcId="{BC31FD18-8C17-AF47-A104-2D01063AFC3D}" destId="{44243819-B383-0F4E-A640-63C558D7E9B7}" srcOrd="1" destOrd="0" presId="urn:microsoft.com/office/officeart/2008/layout/AscendingPictureAccentProcess"/>
    <dgm:cxn modelId="{3E01D4ED-5886-8E42-BC4E-C33DB2D58CAE}" type="presParOf" srcId="{BC31FD18-8C17-AF47-A104-2D01063AFC3D}" destId="{EE32A795-BEF9-F044-8F60-F52F43CA37CA}" srcOrd="2" destOrd="0" presId="urn:microsoft.com/office/officeart/2008/layout/AscendingPictureAccentProcess"/>
    <dgm:cxn modelId="{5A8A127F-720C-9B48-A47C-205D20C515FF}" type="presParOf" srcId="{BC31FD18-8C17-AF47-A104-2D01063AFC3D}" destId="{A983A22F-2673-6A41-B4C7-DF53D38A4F5E}" srcOrd="3" destOrd="0" presId="urn:microsoft.com/office/officeart/2008/layout/AscendingPictureAccentProcess"/>
    <dgm:cxn modelId="{3C853765-9ED4-814F-AD58-5C3B9F560922}" type="presParOf" srcId="{BC31FD18-8C17-AF47-A104-2D01063AFC3D}" destId="{6F173831-47FF-254B-8424-B0A56BFE057A}" srcOrd="4" destOrd="0" presId="urn:microsoft.com/office/officeart/2008/layout/AscendingPictureAccentProcess"/>
    <dgm:cxn modelId="{810889CE-73B4-9A48-8AD9-E8E1FB44244A}" type="presParOf" srcId="{BC31FD18-8C17-AF47-A104-2D01063AFC3D}" destId="{9A188227-B54F-9F42-9042-4ADB2D1889E3}" srcOrd="5" destOrd="0" presId="urn:microsoft.com/office/officeart/2008/layout/AscendingPictureAccentProcess"/>
    <dgm:cxn modelId="{476A12AF-978B-5944-80CF-BB8E1FD03C14}" type="presParOf" srcId="{BC31FD18-8C17-AF47-A104-2D01063AFC3D}" destId="{24DD7433-E48A-E543-8823-5BE265B179E0}" srcOrd="6" destOrd="0" presId="urn:microsoft.com/office/officeart/2008/layout/AscendingPictureAccentProcess"/>
    <dgm:cxn modelId="{A336605B-8E2E-AB45-A383-129C9797ECDB}" type="presParOf" srcId="{BC31FD18-8C17-AF47-A104-2D01063AFC3D}" destId="{723D0814-3ADB-6445-AE9F-F89597A2D8EA}" srcOrd="7" destOrd="0" presId="urn:microsoft.com/office/officeart/2008/layout/AscendingPictureAccentProcess"/>
    <dgm:cxn modelId="{F0B5BFDF-E9A8-9349-8B50-A65D9F2C6891}" type="presParOf" srcId="{BC31FD18-8C17-AF47-A104-2D01063AFC3D}" destId="{9D4DDC7F-5446-304F-9DCB-ABD02BD493B9}" srcOrd="8" destOrd="0" presId="urn:microsoft.com/office/officeart/2008/layout/AscendingPictureAccentProcess"/>
    <dgm:cxn modelId="{8BE7590C-C0D1-D24A-9B20-517B26DF6F4F}" type="presParOf" srcId="{BC31FD18-8C17-AF47-A104-2D01063AFC3D}" destId="{1D16BD1A-E15B-7E4D-ADD7-C51A04041C7C}" srcOrd="9" destOrd="0" presId="urn:microsoft.com/office/officeart/2008/layout/AscendingPictureAccentProcess"/>
    <dgm:cxn modelId="{5EFB9020-675D-104E-A1B7-00048F317CEE}" type="presParOf" srcId="{BC31FD18-8C17-AF47-A104-2D01063AFC3D}" destId="{D1C98DAD-DD69-EB4C-88FC-A293C3BCD457}" srcOrd="10" destOrd="0" presId="urn:microsoft.com/office/officeart/2008/layout/AscendingPictureAccentProcess"/>
    <dgm:cxn modelId="{557BFD23-611C-1442-8CBA-A8780BA04685}" type="presParOf" srcId="{BC31FD18-8C17-AF47-A104-2D01063AFC3D}" destId="{78930FF8-120E-C040-93E3-E4A68FC1C3E1}" srcOrd="11" destOrd="0" presId="urn:microsoft.com/office/officeart/2008/layout/AscendingPictureAccentProcess"/>
    <dgm:cxn modelId="{8263C89A-CEBA-DC44-B780-58A50D0CF908}" type="presParOf" srcId="{BC31FD18-8C17-AF47-A104-2D01063AFC3D}" destId="{7004D8D0-3000-5D42-B3D6-54B3CEDC6267}" srcOrd="12" destOrd="0" presId="urn:microsoft.com/office/officeart/2008/layout/AscendingPictureAccentProcess"/>
    <dgm:cxn modelId="{718B050C-15A3-F940-86EB-A4F83E8F0119}" type="presParOf" srcId="{7004D8D0-3000-5D42-B3D6-54B3CEDC6267}" destId="{AC65585D-5C85-1146-A4C2-8EE71EC7C977}" srcOrd="0" destOrd="0" presId="urn:microsoft.com/office/officeart/2008/layout/AscendingPictureAccentProcess"/>
    <dgm:cxn modelId="{FCA035EC-7042-684A-9FDD-BF4BFCCC35BF}" type="presParOf" srcId="{BC31FD18-8C17-AF47-A104-2D01063AFC3D}" destId="{D5609DB9-F271-C24C-92CB-70FC944851C7}" srcOrd="13" destOrd="0" presId="urn:microsoft.com/office/officeart/2008/layout/AscendingPictureAccentProcess"/>
    <dgm:cxn modelId="{720FE580-2980-5F47-B7CA-6D53AEC85BDB}" type="presParOf" srcId="{BC31FD18-8C17-AF47-A104-2D01063AFC3D}" destId="{A3F70925-2513-FB4C-82EB-289DECDA2CBA}" srcOrd="14" destOrd="0" presId="urn:microsoft.com/office/officeart/2008/layout/AscendingPictureAccentProcess"/>
    <dgm:cxn modelId="{BC6ECE5A-100C-404C-9A6F-897600EC72BF}" type="presParOf" srcId="{BC31FD18-8C17-AF47-A104-2D01063AFC3D}" destId="{DBB0AEA7-0E17-7140-82C1-B82CB2179029}" srcOrd="15" destOrd="0" presId="urn:microsoft.com/office/officeart/2008/layout/AscendingPictureAccentProcess"/>
    <dgm:cxn modelId="{E9295BE1-BB27-8C4B-8F2E-3D76793DC6C1}" type="presParOf" srcId="{DBB0AEA7-0E17-7140-82C1-B82CB2179029}" destId="{34CE0AB2-E8DB-D845-B6BC-16CE1DE1CD4B}" srcOrd="0" destOrd="0" presId="urn:microsoft.com/office/officeart/2008/layout/AscendingPictureAccent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D6F4B8-69DF-0649-8867-5D0746265E07}">
      <dsp:nvSpPr>
        <dsp:cNvPr id="0" name=""/>
        <dsp:cNvSpPr/>
      </dsp:nvSpPr>
      <dsp:spPr>
        <a:xfrm>
          <a:off x="0" y="2321"/>
          <a:ext cx="8432278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BE1941-5398-5148-B837-63D75B188906}">
      <dsp:nvSpPr>
        <dsp:cNvPr id="0" name=""/>
        <dsp:cNvSpPr/>
      </dsp:nvSpPr>
      <dsp:spPr>
        <a:xfrm>
          <a:off x="0" y="2321"/>
          <a:ext cx="1686455" cy="15834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>
              <a:latin typeface="Arial" panose="020B0604020202020204" pitchFamily="34" charset="0"/>
              <a:cs typeface="Arial" panose="020B0604020202020204" pitchFamily="34" charset="0"/>
            </a:rPr>
            <a:t>Problem</a:t>
          </a:r>
          <a:endParaRPr lang="en-GB" sz="32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2321"/>
        <a:ext cx="1686455" cy="1583472"/>
      </dsp:txXfrm>
    </dsp:sp>
    <dsp:sp modelId="{D35B014C-C2EE-B243-9AEB-1B9F63CCEF2D}">
      <dsp:nvSpPr>
        <dsp:cNvPr id="0" name=""/>
        <dsp:cNvSpPr/>
      </dsp:nvSpPr>
      <dsp:spPr>
        <a:xfrm>
          <a:off x="1812939" y="74227"/>
          <a:ext cx="6619338" cy="1438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0" i="0" kern="1200" dirty="0">
              <a:latin typeface="Arial" panose="020B0604020202020204" pitchFamily="34" charset="0"/>
              <a:cs typeface="Arial" panose="020B0604020202020204" pitchFamily="34" charset="0"/>
            </a:rPr>
            <a:t>LUXE Sector client with 25000 internal users, are using a static chatbot that provides information but lack the capability to perform </a:t>
          </a:r>
          <a:r>
            <a:rPr lang="en-GB" sz="2400" b="1" i="0" kern="1200" dirty="0">
              <a:latin typeface="Arial" panose="020B0604020202020204" pitchFamily="34" charset="0"/>
              <a:cs typeface="Arial" panose="020B0604020202020204" pitchFamily="34" charset="0"/>
            </a:rPr>
            <a:t>autonomous operational actions</a:t>
          </a:r>
          <a:endParaRPr lang="en-GB" sz="2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12939" y="74227"/>
        <a:ext cx="6619338" cy="1438114"/>
      </dsp:txXfrm>
    </dsp:sp>
    <dsp:sp modelId="{D1D88478-F41B-2342-A05D-0643EA19E74C}">
      <dsp:nvSpPr>
        <dsp:cNvPr id="0" name=""/>
        <dsp:cNvSpPr/>
      </dsp:nvSpPr>
      <dsp:spPr>
        <a:xfrm>
          <a:off x="1686455" y="1512342"/>
          <a:ext cx="6745822" cy="0"/>
        </a:xfrm>
        <a:prstGeom prst="line">
          <a:avLst/>
        </a:prstGeom>
        <a:solidFill>
          <a:schemeClr val="dk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058178-F03D-2D4E-A17A-4E08259B5CA3}">
      <dsp:nvSpPr>
        <dsp:cNvPr id="0" name=""/>
        <dsp:cNvSpPr/>
      </dsp:nvSpPr>
      <dsp:spPr>
        <a:xfrm>
          <a:off x="0" y="1585794"/>
          <a:ext cx="8432278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7C5221-46E7-364A-BF87-84F1BE0A6DC3}">
      <dsp:nvSpPr>
        <dsp:cNvPr id="0" name=""/>
        <dsp:cNvSpPr/>
      </dsp:nvSpPr>
      <dsp:spPr>
        <a:xfrm>
          <a:off x="0" y="1585794"/>
          <a:ext cx="1686455" cy="15834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>
              <a:latin typeface="Arial" panose="020B0604020202020204" pitchFamily="34" charset="0"/>
              <a:ea typeface="+mn-ea"/>
              <a:cs typeface="Arial" panose="020B0604020202020204" pitchFamily="34" charset="0"/>
            </a:rPr>
            <a:t>Vision</a:t>
          </a:r>
          <a:endParaRPr lang="en-GB" sz="2400" b="1" kern="1200" dirty="0">
            <a:latin typeface="Arial" panose="020B0604020202020204" pitchFamily="34" charset="0"/>
            <a:ea typeface="+mn-ea"/>
            <a:cs typeface="Arial" panose="020B0604020202020204" pitchFamily="34" charset="0"/>
          </a:endParaRPr>
        </a:p>
      </dsp:txBody>
      <dsp:txXfrm>
        <a:off x="0" y="1585794"/>
        <a:ext cx="1686455" cy="1583472"/>
      </dsp:txXfrm>
    </dsp:sp>
    <dsp:sp modelId="{6E11B07D-C76A-DA4E-9B3F-AB6826CC9492}">
      <dsp:nvSpPr>
        <dsp:cNvPr id="0" name=""/>
        <dsp:cNvSpPr/>
      </dsp:nvSpPr>
      <dsp:spPr>
        <a:xfrm>
          <a:off x="1812939" y="1657700"/>
          <a:ext cx="6619338" cy="1438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>
              <a:latin typeface="Arial" panose="020B0604020202020204" pitchFamily="34" charset="0"/>
              <a:ea typeface="+mn-ea"/>
              <a:cs typeface="Arial" panose="020B0604020202020204" pitchFamily="34" charset="0"/>
            </a:rPr>
            <a:t>From Static Chatbot to Sovereign Agentic Platform</a:t>
          </a:r>
        </a:p>
      </dsp:txBody>
      <dsp:txXfrm>
        <a:off x="1812939" y="1657700"/>
        <a:ext cx="6619338" cy="1438114"/>
      </dsp:txXfrm>
    </dsp:sp>
    <dsp:sp modelId="{8C3DC2FB-667A-1E48-B7D8-14761F23B258}">
      <dsp:nvSpPr>
        <dsp:cNvPr id="0" name=""/>
        <dsp:cNvSpPr/>
      </dsp:nvSpPr>
      <dsp:spPr>
        <a:xfrm>
          <a:off x="1686455" y="3095815"/>
          <a:ext cx="6745822" cy="0"/>
        </a:xfrm>
        <a:prstGeom prst="line">
          <a:avLst/>
        </a:prstGeom>
        <a:solidFill>
          <a:schemeClr val="dk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0BC272-3115-BD4D-91E4-D03B0D679FD7}">
      <dsp:nvSpPr>
        <dsp:cNvPr id="0" name=""/>
        <dsp:cNvSpPr/>
      </dsp:nvSpPr>
      <dsp:spPr>
        <a:xfrm>
          <a:off x="0" y="3169267"/>
          <a:ext cx="8432278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A71C65-1976-3649-8A82-00400063B78E}">
      <dsp:nvSpPr>
        <dsp:cNvPr id="0" name=""/>
        <dsp:cNvSpPr/>
      </dsp:nvSpPr>
      <dsp:spPr>
        <a:xfrm>
          <a:off x="0" y="3169267"/>
          <a:ext cx="1686455" cy="15834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>
              <a:latin typeface="Arial" panose="020B0604020202020204" pitchFamily="34" charset="0"/>
              <a:cs typeface="Arial" panose="020B0604020202020204" pitchFamily="34" charset="0"/>
            </a:rPr>
            <a:t>Objective</a:t>
          </a:r>
          <a:endParaRPr lang="en-FR" sz="2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3169267"/>
        <a:ext cx="1686455" cy="1583472"/>
      </dsp:txXfrm>
    </dsp:sp>
    <dsp:sp modelId="{CC8FE481-CC59-3D4D-A179-A17536BB5313}">
      <dsp:nvSpPr>
        <dsp:cNvPr id="0" name=""/>
        <dsp:cNvSpPr/>
      </dsp:nvSpPr>
      <dsp:spPr>
        <a:xfrm>
          <a:off x="1812939" y="3241173"/>
          <a:ext cx="6619338" cy="1438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rial" panose="020B0604020202020204" pitchFamily="34" charset="0"/>
              <a:cs typeface="Arial" panose="020B0604020202020204" pitchFamily="34" charset="0"/>
            </a:rPr>
            <a:t>Create a Sovereign Agentic-powered "Virtual Team" that executes complex tasks while keeping the human in the loop for actions.</a:t>
          </a:r>
          <a:endParaRPr lang="en-FR" sz="2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12939" y="3241173"/>
        <a:ext cx="6619338" cy="1438114"/>
      </dsp:txXfrm>
    </dsp:sp>
    <dsp:sp modelId="{8811B3DE-142E-7349-9D45-7943FADC5059}">
      <dsp:nvSpPr>
        <dsp:cNvPr id="0" name=""/>
        <dsp:cNvSpPr/>
      </dsp:nvSpPr>
      <dsp:spPr>
        <a:xfrm>
          <a:off x="1686455" y="4679288"/>
          <a:ext cx="6745822" cy="0"/>
        </a:xfrm>
        <a:prstGeom prst="line">
          <a:avLst/>
        </a:prstGeom>
        <a:solidFill>
          <a:schemeClr val="dk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19B753-F6E0-494E-BAD6-C83C07E1FCB2}">
      <dsp:nvSpPr>
        <dsp:cNvPr id="0" name=""/>
        <dsp:cNvSpPr/>
      </dsp:nvSpPr>
      <dsp:spPr>
        <a:xfrm>
          <a:off x="0" y="2408"/>
          <a:ext cx="8358389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4EBAAD-DE31-8049-A136-B99060429BC5}">
      <dsp:nvSpPr>
        <dsp:cNvPr id="0" name=""/>
        <dsp:cNvSpPr/>
      </dsp:nvSpPr>
      <dsp:spPr>
        <a:xfrm>
          <a:off x="0" y="2408"/>
          <a:ext cx="1671677" cy="16426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b="1" i="0" kern="12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  <a:endParaRPr lang="en-FR" sz="19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2408"/>
        <a:ext cx="1671677" cy="1642659"/>
      </dsp:txXfrm>
    </dsp:sp>
    <dsp:sp modelId="{8C3173ED-311C-E145-BCF9-C622F4E7ECEA}">
      <dsp:nvSpPr>
        <dsp:cNvPr id="0" name=""/>
        <dsp:cNvSpPr/>
      </dsp:nvSpPr>
      <dsp:spPr>
        <a:xfrm>
          <a:off x="1797053" y="17888"/>
          <a:ext cx="6561335" cy="3096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b="1" i="0" kern="1200" dirty="0" err="1">
              <a:latin typeface="Arial" panose="020B0604020202020204" pitchFamily="34" charset="0"/>
              <a:cs typeface="Arial" panose="020B0604020202020204" pitchFamily="34" charset="0"/>
            </a:rPr>
            <a:t>LangGraph</a:t>
          </a:r>
          <a:r>
            <a:rPr lang="en-GB" sz="1700" b="1" i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GB" sz="1700" b="0" i="0" kern="1200" dirty="0">
              <a:latin typeface="Arial" panose="020B0604020202020204" pitchFamily="34" charset="0"/>
              <a:cs typeface="Arial" panose="020B0604020202020204" pitchFamily="34" charset="0"/>
            </a:rPr>
            <a:t>for </a:t>
          </a:r>
          <a:r>
            <a:rPr lang="en-GB" sz="1700" b="1" i="0" kern="12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r>
            <a:rPr lang="en-GB" sz="1700" b="0" i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GB" sz="1700" b="1" i="0" kern="1200" dirty="0">
              <a:latin typeface="Arial" panose="020B0604020202020204" pitchFamily="34" charset="0"/>
              <a:cs typeface="Arial" panose="020B0604020202020204" pitchFamily="34" charset="0"/>
            </a:rPr>
            <a:t>orchestration, </a:t>
          </a:r>
          <a:r>
            <a:rPr lang="en-GB" sz="1700" b="1" i="0" kern="1200" dirty="0" err="1">
              <a:latin typeface="Arial" panose="020B0604020202020204" pitchFamily="34" charset="0"/>
              <a:cs typeface="Arial" panose="020B0604020202020204" pitchFamily="34" charset="0"/>
            </a:rPr>
            <a:t>LangChain</a:t>
          </a:r>
          <a:r>
            <a:rPr lang="en-GB" sz="1700" b="1" i="0" kern="1200" dirty="0">
              <a:latin typeface="Arial" panose="020B0604020202020204" pitchFamily="34" charset="0"/>
              <a:cs typeface="Arial" panose="020B0604020202020204" pitchFamily="34" charset="0"/>
            </a:rPr>
            <a:t> for native tools</a:t>
          </a:r>
          <a:endParaRPr lang="en-FR" sz="17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797053" y="17888"/>
        <a:ext cx="6561335" cy="309602"/>
      </dsp:txXfrm>
    </dsp:sp>
    <dsp:sp modelId="{9D425CB1-71A5-3E48-BF05-4E867AAF5334}">
      <dsp:nvSpPr>
        <dsp:cNvPr id="0" name=""/>
        <dsp:cNvSpPr/>
      </dsp:nvSpPr>
      <dsp:spPr>
        <a:xfrm>
          <a:off x="1671677" y="327491"/>
          <a:ext cx="6686711" cy="0"/>
        </a:xfrm>
        <a:prstGeom prst="line">
          <a:avLst/>
        </a:prstGeom>
        <a:solidFill>
          <a:schemeClr val="dk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5A9F8C7-A414-8540-B01C-22B23AFDCC4D}">
      <dsp:nvSpPr>
        <dsp:cNvPr id="0" name=""/>
        <dsp:cNvSpPr/>
      </dsp:nvSpPr>
      <dsp:spPr>
        <a:xfrm>
          <a:off x="1797053" y="342971"/>
          <a:ext cx="6561335" cy="3096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b="1" i="0" kern="1200" dirty="0" err="1">
              <a:latin typeface="Arial" panose="020B0604020202020204" pitchFamily="34" charset="0"/>
              <a:cs typeface="Arial" panose="020B0604020202020204" pitchFamily="34" charset="0"/>
            </a:rPr>
            <a:t>CrewAI</a:t>
          </a:r>
          <a:r>
            <a:rPr lang="en-GB" sz="1700" b="0" i="0" kern="1200" dirty="0">
              <a:latin typeface="Arial" panose="020B0604020202020204" pitchFamily="34" charset="0"/>
              <a:cs typeface="Arial" panose="020B0604020202020204" pitchFamily="34" charset="0"/>
            </a:rPr>
            <a:t> for </a:t>
          </a:r>
          <a:r>
            <a:rPr lang="en-GB" sz="1700" b="1" i="0" kern="1200" dirty="0">
              <a:latin typeface="Arial" panose="020B0604020202020204" pitchFamily="34" charset="0"/>
              <a:cs typeface="Arial" panose="020B0604020202020204" pitchFamily="34" charset="0"/>
            </a:rPr>
            <a:t>agent</a:t>
          </a:r>
          <a:r>
            <a:rPr lang="en-GB" sz="1700" b="0" i="0" kern="1200" dirty="0">
              <a:latin typeface="Arial" panose="020B0604020202020204" pitchFamily="34" charset="0"/>
              <a:cs typeface="Arial" panose="020B0604020202020204" pitchFamily="34" charset="0"/>
            </a:rPr>
            <a:t> implementation</a:t>
          </a:r>
          <a:endParaRPr lang="en-FR" sz="17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797053" y="342971"/>
        <a:ext cx="6561335" cy="309602"/>
      </dsp:txXfrm>
    </dsp:sp>
    <dsp:sp modelId="{999162E4-42E7-8C4D-B814-E1B3159AFA16}">
      <dsp:nvSpPr>
        <dsp:cNvPr id="0" name=""/>
        <dsp:cNvSpPr/>
      </dsp:nvSpPr>
      <dsp:spPr>
        <a:xfrm>
          <a:off x="1671677" y="652574"/>
          <a:ext cx="6686711" cy="0"/>
        </a:xfrm>
        <a:prstGeom prst="line">
          <a:avLst/>
        </a:prstGeom>
        <a:solidFill>
          <a:schemeClr val="dk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B9E01C-4E39-A143-A9E1-4E7724993BE3}">
      <dsp:nvSpPr>
        <dsp:cNvPr id="0" name=""/>
        <dsp:cNvSpPr/>
      </dsp:nvSpPr>
      <dsp:spPr>
        <a:xfrm>
          <a:off x="1797053" y="668054"/>
          <a:ext cx="6561335" cy="3096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b="1" i="0" kern="1200" dirty="0">
              <a:latin typeface="Arial" panose="020B0604020202020204" pitchFamily="34" charset="0"/>
              <a:cs typeface="Arial" panose="020B0604020202020204" pitchFamily="34" charset="0"/>
            </a:rPr>
            <a:t>FastAPI</a:t>
          </a:r>
          <a:r>
            <a:rPr lang="en-GB" sz="1700" b="0" i="0" kern="1200" dirty="0">
              <a:latin typeface="Arial" panose="020B0604020202020204" pitchFamily="34" charset="0"/>
              <a:cs typeface="Arial" panose="020B0604020202020204" pitchFamily="34" charset="0"/>
            </a:rPr>
            <a:t>  for the async server runtime.</a:t>
          </a:r>
        </a:p>
      </dsp:txBody>
      <dsp:txXfrm>
        <a:off x="1797053" y="668054"/>
        <a:ext cx="6561335" cy="309602"/>
      </dsp:txXfrm>
    </dsp:sp>
    <dsp:sp modelId="{C31F433C-EE65-5946-BE7B-844803DC96B7}">
      <dsp:nvSpPr>
        <dsp:cNvPr id="0" name=""/>
        <dsp:cNvSpPr/>
      </dsp:nvSpPr>
      <dsp:spPr>
        <a:xfrm>
          <a:off x="1671677" y="977657"/>
          <a:ext cx="6686711" cy="0"/>
        </a:xfrm>
        <a:prstGeom prst="line">
          <a:avLst/>
        </a:prstGeom>
        <a:solidFill>
          <a:schemeClr val="dk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B70C09-70AE-6846-B363-4529FB3B281D}">
      <dsp:nvSpPr>
        <dsp:cNvPr id="0" name=""/>
        <dsp:cNvSpPr/>
      </dsp:nvSpPr>
      <dsp:spPr>
        <a:xfrm>
          <a:off x="1797053" y="993137"/>
          <a:ext cx="6561335" cy="3096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b="1" i="0" kern="1200">
              <a:latin typeface="Arial" panose="020B0604020202020204" pitchFamily="34" charset="0"/>
              <a:ea typeface="+mn-ea"/>
              <a:cs typeface="Arial" panose="020B0604020202020204" pitchFamily="34" charset="0"/>
            </a:rPr>
            <a:t>FastMCP for MCP server/client</a:t>
          </a:r>
          <a:endParaRPr lang="en-GB" sz="1700" b="1" i="0" kern="1200" dirty="0">
            <a:latin typeface="Arial" panose="020B0604020202020204" pitchFamily="34" charset="0"/>
            <a:ea typeface="+mn-ea"/>
            <a:cs typeface="Arial" panose="020B0604020202020204" pitchFamily="34" charset="0"/>
          </a:endParaRPr>
        </a:p>
      </dsp:txBody>
      <dsp:txXfrm>
        <a:off x="1797053" y="993137"/>
        <a:ext cx="6561335" cy="309602"/>
      </dsp:txXfrm>
    </dsp:sp>
    <dsp:sp modelId="{61628B97-F417-914E-A735-24755D579BA4}">
      <dsp:nvSpPr>
        <dsp:cNvPr id="0" name=""/>
        <dsp:cNvSpPr/>
      </dsp:nvSpPr>
      <dsp:spPr>
        <a:xfrm>
          <a:off x="1671677" y="1302740"/>
          <a:ext cx="6686711" cy="0"/>
        </a:xfrm>
        <a:prstGeom prst="line">
          <a:avLst/>
        </a:prstGeom>
        <a:solidFill>
          <a:schemeClr val="dk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FE2E66-CDEE-6247-8919-CF0E48226A0A}">
      <dsp:nvSpPr>
        <dsp:cNvPr id="0" name=""/>
        <dsp:cNvSpPr/>
      </dsp:nvSpPr>
      <dsp:spPr>
        <a:xfrm>
          <a:off x="1797053" y="1318220"/>
          <a:ext cx="6561335" cy="3096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b="1" i="0" kern="1200">
              <a:latin typeface="Arial" panose="020B0604020202020204" pitchFamily="34" charset="0"/>
              <a:ea typeface="+mn-ea"/>
              <a:cs typeface="Arial" panose="020B0604020202020204" pitchFamily="34" charset="0"/>
            </a:rPr>
            <a:t>Terraform: Infrastructure as a Service</a:t>
          </a:r>
          <a:endParaRPr lang="en-GB" sz="1700" b="1" i="0" kern="1200" dirty="0">
            <a:latin typeface="Arial" panose="020B0604020202020204" pitchFamily="34" charset="0"/>
            <a:ea typeface="+mn-ea"/>
            <a:cs typeface="Arial" panose="020B0604020202020204" pitchFamily="34" charset="0"/>
          </a:endParaRPr>
        </a:p>
      </dsp:txBody>
      <dsp:txXfrm>
        <a:off x="1797053" y="1318220"/>
        <a:ext cx="6561335" cy="309602"/>
      </dsp:txXfrm>
    </dsp:sp>
    <dsp:sp modelId="{DCA20C24-8F1B-BE4C-8B86-BFCD7ED3353A}">
      <dsp:nvSpPr>
        <dsp:cNvPr id="0" name=""/>
        <dsp:cNvSpPr/>
      </dsp:nvSpPr>
      <dsp:spPr>
        <a:xfrm>
          <a:off x="1671677" y="1627823"/>
          <a:ext cx="6686711" cy="0"/>
        </a:xfrm>
        <a:prstGeom prst="line">
          <a:avLst/>
        </a:prstGeom>
        <a:solidFill>
          <a:schemeClr val="dk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61C708-74AE-4048-BECC-C76F1415F8A0}">
      <dsp:nvSpPr>
        <dsp:cNvPr id="0" name=""/>
        <dsp:cNvSpPr/>
      </dsp:nvSpPr>
      <dsp:spPr>
        <a:xfrm>
          <a:off x="0" y="1645068"/>
          <a:ext cx="8358389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EC96CD-4167-0C4D-86EA-D0586DD5B2C7}">
      <dsp:nvSpPr>
        <dsp:cNvPr id="0" name=""/>
        <dsp:cNvSpPr/>
      </dsp:nvSpPr>
      <dsp:spPr>
        <a:xfrm>
          <a:off x="0" y="1645068"/>
          <a:ext cx="1671677" cy="16426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b="1" i="0" kern="1200" dirty="0">
              <a:latin typeface="Arial" panose="020B0604020202020204" pitchFamily="34" charset="0"/>
              <a:cs typeface="Arial" panose="020B0604020202020204" pitchFamily="34" charset="0"/>
            </a:rPr>
            <a:t>Observability</a:t>
          </a:r>
          <a:endParaRPr lang="en-FR" sz="19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1645068"/>
        <a:ext cx="1671677" cy="1642659"/>
      </dsp:txXfrm>
    </dsp:sp>
    <dsp:sp modelId="{B2E3178C-1F53-154B-BA3A-B84A3B8E6722}">
      <dsp:nvSpPr>
        <dsp:cNvPr id="0" name=""/>
        <dsp:cNvSpPr/>
      </dsp:nvSpPr>
      <dsp:spPr>
        <a:xfrm>
          <a:off x="1797053" y="1719661"/>
          <a:ext cx="6561335" cy="14918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b="1" i="0" kern="1200" dirty="0" err="1">
              <a:latin typeface="Arial" panose="020B0604020202020204" pitchFamily="34" charset="0"/>
              <a:cs typeface="Arial" panose="020B0604020202020204" pitchFamily="34" charset="0"/>
            </a:rPr>
            <a:t>LangGraph</a:t>
          </a:r>
          <a:r>
            <a:rPr lang="en-GB" sz="1700" b="1" i="0" kern="1200" dirty="0">
              <a:latin typeface="Arial" panose="020B0604020202020204" pitchFamily="34" charset="0"/>
              <a:cs typeface="Arial" panose="020B0604020202020204" pitchFamily="34" charset="0"/>
            </a:rPr>
            <a:t> Monitoring</a:t>
          </a:r>
          <a:r>
            <a:rPr lang="en-GB" sz="1700" b="0" i="0" kern="1200" dirty="0">
              <a:latin typeface="Arial" panose="020B0604020202020204" pitchFamily="34" charset="0"/>
              <a:cs typeface="Arial" panose="020B0604020202020204" pitchFamily="34" charset="0"/>
            </a:rPr>
            <a:t> traces every </a:t>
          </a:r>
          <a:r>
            <a:rPr lang="en-GB" sz="1700" b="1" i="0" kern="1200" dirty="0">
              <a:latin typeface="Arial" panose="020B0604020202020204" pitchFamily="34" charset="0"/>
              <a:cs typeface="Arial" panose="020B0604020202020204" pitchFamily="34" charset="0"/>
            </a:rPr>
            <a:t>graph node state </a:t>
          </a:r>
          <a:r>
            <a:rPr lang="en-GB" sz="1700" b="0" i="0" kern="1200" dirty="0">
              <a:latin typeface="Arial" panose="020B0604020202020204" pitchFamily="34" charset="0"/>
              <a:cs typeface="Arial" panose="020B0604020202020204" pitchFamily="34" charset="0"/>
            </a:rPr>
            <a:t>transition, exported to </a:t>
          </a:r>
          <a:r>
            <a:rPr lang="en-GB" sz="1700" b="1" i="0" kern="1200" dirty="0">
              <a:latin typeface="Arial" panose="020B0604020202020204" pitchFamily="34" charset="0"/>
              <a:cs typeface="Arial" panose="020B0604020202020204" pitchFamily="34" charset="0"/>
            </a:rPr>
            <a:t>Cloud Logging </a:t>
          </a:r>
          <a:r>
            <a:rPr lang="en-GB" sz="1700" b="0" i="0" kern="1200" dirty="0">
              <a:latin typeface="Arial" panose="020B0604020202020204" pitchFamily="34" charset="0"/>
              <a:cs typeface="Arial" panose="020B0604020202020204" pitchFamily="34" charset="0"/>
            </a:rPr>
            <a:t>and Cloud Trace(Grafana) for production monitoring.</a:t>
          </a:r>
          <a:endParaRPr lang="en-FR" sz="17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797053" y="1719661"/>
        <a:ext cx="6561335" cy="1491868"/>
      </dsp:txXfrm>
    </dsp:sp>
    <dsp:sp modelId="{ACB88B4F-0941-6944-833A-3D527A1BBCE8}">
      <dsp:nvSpPr>
        <dsp:cNvPr id="0" name=""/>
        <dsp:cNvSpPr/>
      </dsp:nvSpPr>
      <dsp:spPr>
        <a:xfrm>
          <a:off x="1671677" y="3211530"/>
          <a:ext cx="6686711" cy="0"/>
        </a:xfrm>
        <a:prstGeom prst="line">
          <a:avLst/>
        </a:prstGeom>
        <a:solidFill>
          <a:schemeClr val="dk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98A043-8ADA-6C43-8236-5D6D89D93B3C}">
      <dsp:nvSpPr>
        <dsp:cNvPr id="0" name=""/>
        <dsp:cNvSpPr/>
      </dsp:nvSpPr>
      <dsp:spPr>
        <a:xfrm>
          <a:off x="0" y="3287728"/>
          <a:ext cx="8358389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EA059E-91AC-6B4C-8686-FF015BEDA72F}">
      <dsp:nvSpPr>
        <dsp:cNvPr id="0" name=""/>
        <dsp:cNvSpPr/>
      </dsp:nvSpPr>
      <dsp:spPr>
        <a:xfrm>
          <a:off x="0" y="3287728"/>
          <a:ext cx="1671677" cy="16426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b="1" i="0" kern="1200" dirty="0">
              <a:latin typeface="Arial" panose="020B0604020202020204" pitchFamily="34" charset="0"/>
              <a:cs typeface="Arial" panose="020B0604020202020204" pitchFamily="34" charset="0"/>
            </a:rPr>
            <a:t>Governance</a:t>
          </a:r>
          <a:endParaRPr lang="en-GB" sz="19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3287728"/>
        <a:ext cx="1671677" cy="1642659"/>
      </dsp:txXfrm>
    </dsp:sp>
    <dsp:sp modelId="{99BEF9F6-6E46-3F4C-B593-FFEE3A9E8E47}">
      <dsp:nvSpPr>
        <dsp:cNvPr id="0" name=""/>
        <dsp:cNvSpPr/>
      </dsp:nvSpPr>
      <dsp:spPr>
        <a:xfrm>
          <a:off x="1797053" y="3325907"/>
          <a:ext cx="6561335" cy="7635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b="1" i="0" kern="1200" dirty="0">
              <a:latin typeface="Arial" panose="020B0604020202020204" pitchFamily="34" charset="0"/>
              <a:cs typeface="Arial" panose="020B0604020202020204" pitchFamily="34" charset="0"/>
            </a:rPr>
            <a:t>Sensitive Data Protection: </a:t>
          </a:r>
          <a:r>
            <a:rPr lang="en-GB" sz="2100" b="0" i="0" kern="1200" dirty="0">
              <a:latin typeface="Arial" panose="020B0604020202020204" pitchFamily="34" charset="0"/>
              <a:cs typeface="Arial" panose="020B0604020202020204" pitchFamily="34" charset="0"/>
            </a:rPr>
            <a:t>(GCP managed service) for PII redaction at ingress</a:t>
          </a:r>
          <a:endParaRPr lang="en-FR" sz="2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797053" y="3325907"/>
        <a:ext cx="6561335" cy="763580"/>
      </dsp:txXfrm>
    </dsp:sp>
    <dsp:sp modelId="{16956F29-6AA6-CC4B-984F-1840035FB9F8}">
      <dsp:nvSpPr>
        <dsp:cNvPr id="0" name=""/>
        <dsp:cNvSpPr/>
      </dsp:nvSpPr>
      <dsp:spPr>
        <a:xfrm>
          <a:off x="1671677" y="4089487"/>
          <a:ext cx="6686711" cy="0"/>
        </a:xfrm>
        <a:prstGeom prst="line">
          <a:avLst/>
        </a:prstGeom>
        <a:solidFill>
          <a:schemeClr val="dk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DD09FA-6CB9-4146-8F49-C0B1D78EE736}">
      <dsp:nvSpPr>
        <dsp:cNvPr id="0" name=""/>
        <dsp:cNvSpPr/>
      </dsp:nvSpPr>
      <dsp:spPr>
        <a:xfrm>
          <a:off x="1797053" y="4127666"/>
          <a:ext cx="6561335" cy="7635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b="1" i="0" kern="1200" dirty="0">
              <a:latin typeface="Arial" panose="020B0604020202020204" pitchFamily="34" charset="0"/>
              <a:cs typeface="Arial" panose="020B0604020202020204" pitchFamily="34" charset="0"/>
            </a:rPr>
            <a:t>Interrupt-based approval flow for high-risk actions </a:t>
          </a:r>
          <a:r>
            <a:rPr lang="en-GB" sz="2100" b="0" i="0" kern="1200" dirty="0">
              <a:latin typeface="Arial" panose="020B0604020202020204" pitchFamily="34" charset="0"/>
              <a:cs typeface="Arial" panose="020B0604020202020204" pitchFamily="34" charset="0"/>
            </a:rPr>
            <a:t>(Human-in-Loop validated via IAP identity). </a:t>
          </a:r>
          <a:endParaRPr lang="en-GB" sz="2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797053" y="4127666"/>
        <a:ext cx="6561335" cy="763580"/>
      </dsp:txXfrm>
    </dsp:sp>
    <dsp:sp modelId="{E6D574F2-58BB-8941-9D85-29CEF2F39F7D}">
      <dsp:nvSpPr>
        <dsp:cNvPr id="0" name=""/>
        <dsp:cNvSpPr/>
      </dsp:nvSpPr>
      <dsp:spPr>
        <a:xfrm>
          <a:off x="1671677" y="4891246"/>
          <a:ext cx="6686711" cy="0"/>
        </a:xfrm>
        <a:prstGeom prst="line">
          <a:avLst/>
        </a:prstGeom>
        <a:solidFill>
          <a:schemeClr val="dk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89736F-8C90-8443-854E-79B8B4E56770}">
      <dsp:nvSpPr>
        <dsp:cNvPr id="0" name=""/>
        <dsp:cNvSpPr/>
      </dsp:nvSpPr>
      <dsp:spPr>
        <a:xfrm>
          <a:off x="0" y="2255"/>
          <a:ext cx="8229600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F691AE-9FE1-F241-8D52-76FE975FFE21}">
      <dsp:nvSpPr>
        <dsp:cNvPr id="0" name=""/>
        <dsp:cNvSpPr/>
      </dsp:nvSpPr>
      <dsp:spPr>
        <a:xfrm>
          <a:off x="0" y="2255"/>
          <a:ext cx="1645920" cy="15381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b="1" kern="1200" dirty="0">
              <a:latin typeface="Arial" panose="020B0604020202020204" pitchFamily="34" charset="0"/>
              <a:cs typeface="Arial" panose="020B0604020202020204" pitchFamily="34" charset="0"/>
            </a:rPr>
            <a:t>Corporate Knowledge </a:t>
          </a:r>
          <a:r>
            <a:rPr lang="en-GB" sz="1800" kern="1200" dirty="0">
              <a:latin typeface="Arial" panose="020B0604020202020204" pitchFamily="34" charset="0"/>
              <a:cs typeface="Arial" panose="020B0604020202020204" pitchFamily="34" charset="0"/>
            </a:rPr>
            <a:t>(Confluence, Drive)</a:t>
          </a:r>
          <a:endParaRPr lang="en-FR" sz="18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2255"/>
        <a:ext cx="1645920" cy="1538149"/>
      </dsp:txXfrm>
    </dsp:sp>
    <dsp:sp modelId="{4FE005C8-62EE-1942-86B1-1D71E258808C}">
      <dsp:nvSpPr>
        <dsp:cNvPr id="0" name=""/>
        <dsp:cNvSpPr/>
      </dsp:nvSpPr>
      <dsp:spPr>
        <a:xfrm>
          <a:off x="1769364" y="72102"/>
          <a:ext cx="3168396" cy="1396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>
              <a:latin typeface="Arial" panose="020B0604020202020204" pitchFamily="34" charset="0"/>
              <a:cs typeface="Arial" panose="020B0604020202020204" pitchFamily="34" charset="0"/>
            </a:rPr>
            <a:t>Vertex AI Agent Builder</a:t>
          </a:r>
          <a:endParaRPr lang="en-FR" sz="14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769364" y="72102"/>
        <a:ext cx="3168396" cy="1396952"/>
      </dsp:txXfrm>
    </dsp:sp>
    <dsp:sp modelId="{510377C0-0A33-FC48-A73F-4BF7DAD4B721}">
      <dsp:nvSpPr>
        <dsp:cNvPr id="0" name=""/>
        <dsp:cNvSpPr/>
      </dsp:nvSpPr>
      <dsp:spPr>
        <a:xfrm>
          <a:off x="5061204" y="72102"/>
          <a:ext cx="3168396" cy="1396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>
              <a:latin typeface="Arial" panose="020B0604020202020204" pitchFamily="34" charset="0"/>
              <a:cs typeface="Arial" panose="020B0604020202020204" pitchFamily="34" charset="0"/>
            </a:rPr>
            <a:t>Secure with Private Service Connect</a:t>
          </a:r>
          <a:endParaRPr lang="en-FR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61204" y="72102"/>
        <a:ext cx="3168396" cy="1396952"/>
      </dsp:txXfrm>
    </dsp:sp>
    <dsp:sp modelId="{9287A90A-12FF-EC4B-9E93-6EAB40EC5A30}">
      <dsp:nvSpPr>
        <dsp:cNvPr id="0" name=""/>
        <dsp:cNvSpPr/>
      </dsp:nvSpPr>
      <dsp:spPr>
        <a:xfrm>
          <a:off x="1645920" y="1469055"/>
          <a:ext cx="6583680" cy="0"/>
        </a:xfrm>
        <a:prstGeom prst="line">
          <a:avLst/>
        </a:prstGeom>
        <a:solidFill>
          <a:schemeClr val="dk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4953A8-2551-4C49-8C97-5DDE029DD9D8}">
      <dsp:nvSpPr>
        <dsp:cNvPr id="0" name=""/>
        <dsp:cNvSpPr/>
      </dsp:nvSpPr>
      <dsp:spPr>
        <a:xfrm>
          <a:off x="0" y="1540405"/>
          <a:ext cx="8229600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5945EB-B846-894A-A77A-4CDBAC1EE207}">
      <dsp:nvSpPr>
        <dsp:cNvPr id="0" name=""/>
        <dsp:cNvSpPr/>
      </dsp:nvSpPr>
      <dsp:spPr>
        <a:xfrm>
          <a:off x="0" y="1540405"/>
          <a:ext cx="1645920" cy="15381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800" b="1" kern="1200" dirty="0">
              <a:latin typeface="Arial" panose="020B0604020202020204" pitchFamily="34" charset="0"/>
              <a:cs typeface="Arial" panose="020B0604020202020204" pitchFamily="34" charset="0"/>
            </a:rPr>
            <a:t>Structured Business Data </a:t>
          </a:r>
          <a:r>
            <a:rPr lang="en-FR" sz="1800" kern="1200" dirty="0">
              <a:latin typeface="Arial" panose="020B0604020202020204" pitchFamily="34" charset="0"/>
              <a:cs typeface="Arial" panose="020B0604020202020204" pitchFamily="34" charset="0"/>
            </a:rPr>
            <a:t>(BigQuery)</a:t>
          </a:r>
        </a:p>
      </dsp:txBody>
      <dsp:txXfrm>
        <a:off x="0" y="1540405"/>
        <a:ext cx="1645920" cy="1538149"/>
      </dsp:txXfrm>
    </dsp:sp>
    <dsp:sp modelId="{B15E3372-B4C3-E84C-BDB2-0DCCC4925E1B}">
      <dsp:nvSpPr>
        <dsp:cNvPr id="0" name=""/>
        <dsp:cNvSpPr/>
      </dsp:nvSpPr>
      <dsp:spPr>
        <a:xfrm>
          <a:off x="1769364" y="1610252"/>
          <a:ext cx="3168396" cy="1396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400" b="1" kern="1200" dirty="0">
              <a:latin typeface="Arial" panose="020B0604020202020204" pitchFamily="34" charset="0"/>
              <a:cs typeface="Arial" panose="020B0604020202020204" pitchFamily="34" charset="0"/>
            </a:rPr>
            <a:t>Semantic Text-to-SQL (Langchain Tool) exposed to agent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0" i="0" u="none" kern="1200" dirty="0">
              <a:latin typeface="Arial" panose="020B0604020202020204" pitchFamily="34" charset="0"/>
              <a:cs typeface="Arial" panose="020B0604020202020204" pitchFamily="34" charset="0"/>
            </a:rPr>
            <a:t>text-embedding-004</a:t>
          </a:r>
          <a:endParaRPr lang="en-FR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769364" y="1610252"/>
        <a:ext cx="3168396" cy="1396952"/>
      </dsp:txXfrm>
    </dsp:sp>
    <dsp:sp modelId="{ECBD077E-5488-CC4F-91E7-5EA5D45AF499}">
      <dsp:nvSpPr>
        <dsp:cNvPr id="0" name=""/>
        <dsp:cNvSpPr/>
      </dsp:nvSpPr>
      <dsp:spPr>
        <a:xfrm>
          <a:off x="5061204" y="1610252"/>
          <a:ext cx="3168396" cy="6984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Vector Search on preingested(worker based) structured schema embeddings</a:t>
          </a:r>
        </a:p>
      </dsp:txBody>
      <dsp:txXfrm>
        <a:off x="5061204" y="1610252"/>
        <a:ext cx="3168396" cy="698476"/>
      </dsp:txXfrm>
    </dsp:sp>
    <dsp:sp modelId="{7953E117-2E1F-1949-A5D2-763E2668CE41}">
      <dsp:nvSpPr>
        <dsp:cNvPr id="0" name=""/>
        <dsp:cNvSpPr/>
      </dsp:nvSpPr>
      <dsp:spPr>
        <a:xfrm>
          <a:off x="4937760" y="2308728"/>
          <a:ext cx="3168396" cy="0"/>
        </a:xfrm>
        <a:prstGeom prst="line">
          <a:avLst/>
        </a:prstGeom>
        <a:solidFill>
          <a:schemeClr val="dk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94E5A73-50E1-E046-BEE4-4939F5D05B0A}">
      <dsp:nvSpPr>
        <dsp:cNvPr id="0" name=""/>
        <dsp:cNvSpPr/>
      </dsp:nvSpPr>
      <dsp:spPr>
        <a:xfrm>
          <a:off x="5061204" y="2308728"/>
          <a:ext cx="3168396" cy="6984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DRY RUN with authorized functions with Read Only via Service Account</a:t>
          </a:r>
        </a:p>
      </dsp:txBody>
      <dsp:txXfrm>
        <a:off x="5061204" y="2308728"/>
        <a:ext cx="3168396" cy="698476"/>
      </dsp:txXfrm>
    </dsp:sp>
    <dsp:sp modelId="{1E1E0AE3-04EB-594A-B95C-6D22D7E469DD}">
      <dsp:nvSpPr>
        <dsp:cNvPr id="0" name=""/>
        <dsp:cNvSpPr/>
      </dsp:nvSpPr>
      <dsp:spPr>
        <a:xfrm>
          <a:off x="1645920" y="3007205"/>
          <a:ext cx="6583680" cy="0"/>
        </a:xfrm>
        <a:prstGeom prst="line">
          <a:avLst/>
        </a:prstGeom>
        <a:solidFill>
          <a:schemeClr val="dk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9CC239-A7DE-E54C-A789-992F5A03BC38}">
      <dsp:nvSpPr>
        <dsp:cNvPr id="0" name=""/>
        <dsp:cNvSpPr/>
      </dsp:nvSpPr>
      <dsp:spPr>
        <a:xfrm>
          <a:off x="0" y="3078554"/>
          <a:ext cx="8229600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5DA69C-85A8-6749-A8C7-58C67F023D73}">
      <dsp:nvSpPr>
        <dsp:cNvPr id="0" name=""/>
        <dsp:cNvSpPr/>
      </dsp:nvSpPr>
      <dsp:spPr>
        <a:xfrm>
          <a:off x="0" y="3078554"/>
          <a:ext cx="1645920" cy="15381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800" b="1" kern="1200" dirty="0">
              <a:latin typeface="Arial" panose="020B0604020202020204" pitchFamily="34" charset="0"/>
              <a:cs typeface="Arial" panose="020B0604020202020204" pitchFamily="34" charset="0"/>
            </a:rPr>
            <a:t>Transient Uploads</a:t>
          </a:r>
          <a:endParaRPr lang="en-GB" sz="18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3078554"/>
        <a:ext cx="1645920" cy="1538149"/>
      </dsp:txXfrm>
    </dsp:sp>
    <dsp:sp modelId="{6356A214-3C79-5E4B-A88A-3F3A7C7494D7}">
      <dsp:nvSpPr>
        <dsp:cNvPr id="0" name=""/>
        <dsp:cNvSpPr/>
      </dsp:nvSpPr>
      <dsp:spPr>
        <a:xfrm>
          <a:off x="1769364" y="3148402"/>
          <a:ext cx="3168396" cy="1396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400" b="1" kern="1200" dirty="0">
              <a:latin typeface="Arial" panose="020B0604020202020204" pitchFamily="34" charset="0"/>
              <a:cs typeface="Arial" panose="020B0604020202020204" pitchFamily="34" charset="0"/>
            </a:rPr>
            <a:t>Presigned URL Upload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0" i="0" u="none" kern="1200" dirty="0">
              <a:latin typeface="Arial" panose="020B0604020202020204" pitchFamily="34" charset="0"/>
              <a:cs typeface="Arial" panose="020B0604020202020204" pitchFamily="34" charset="0"/>
            </a:rPr>
            <a:t>Vertex AI Layout-Aware Chunking</a:t>
          </a:r>
          <a:endParaRPr lang="en-FR" sz="1400" b="1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0" i="0" u="none" kern="1200" dirty="0">
              <a:latin typeface="Arial" panose="020B0604020202020204" pitchFamily="34" charset="0"/>
              <a:cs typeface="Arial" panose="020B0604020202020204" pitchFamily="34" charset="0"/>
            </a:rPr>
            <a:t>text-embedding-004</a:t>
          </a:r>
          <a:endParaRPr lang="en-FR" sz="14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769364" y="3148402"/>
        <a:ext cx="3168396" cy="1396952"/>
      </dsp:txXfrm>
    </dsp:sp>
    <dsp:sp modelId="{36DFBE70-55C8-5646-8719-8D3030A449F8}">
      <dsp:nvSpPr>
        <dsp:cNvPr id="0" name=""/>
        <dsp:cNvSpPr/>
      </dsp:nvSpPr>
      <dsp:spPr>
        <a:xfrm>
          <a:off x="5061204" y="3148402"/>
          <a:ext cx="3168396" cy="1396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0" i="0" u="none" kern="1200" dirty="0">
              <a:latin typeface="Arial" panose="020B0604020202020204" pitchFamily="34" charset="0"/>
              <a:cs typeface="Arial" panose="020B0604020202020204" pitchFamily="34" charset="0"/>
            </a:rPr>
            <a:t>Vertex AI RAG Engine configured for Semantic Chunking</a:t>
          </a:r>
          <a:endParaRPr lang="en-FR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61204" y="3148402"/>
        <a:ext cx="3168396" cy="1396952"/>
      </dsp:txXfrm>
    </dsp:sp>
    <dsp:sp modelId="{ABAE74A8-6076-ED48-AFED-7B01A135C5DC}">
      <dsp:nvSpPr>
        <dsp:cNvPr id="0" name=""/>
        <dsp:cNvSpPr/>
      </dsp:nvSpPr>
      <dsp:spPr>
        <a:xfrm>
          <a:off x="1645920" y="4545354"/>
          <a:ext cx="6583680" cy="0"/>
        </a:xfrm>
        <a:prstGeom prst="line">
          <a:avLst/>
        </a:prstGeom>
        <a:solidFill>
          <a:schemeClr val="dk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6F91CC-E84F-824E-8B26-021A73451C98}">
      <dsp:nvSpPr>
        <dsp:cNvPr id="0" name=""/>
        <dsp:cNvSpPr/>
      </dsp:nvSpPr>
      <dsp:spPr>
        <a:xfrm>
          <a:off x="0" y="0"/>
          <a:ext cx="8532253" cy="4092728"/>
        </a:xfrm>
        <a:prstGeom prst="roundRect">
          <a:avLst>
            <a:gd name="adj" fmla="val 8500"/>
          </a:avLst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68580" tIns="68580" rIns="68580" bIns="3176412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800" b="1" kern="1200" dirty="0">
              <a:latin typeface="Arial" panose="020B0604020202020204" pitchFamily="34" charset="0"/>
              <a:cs typeface="Arial" panose="020B0604020202020204" pitchFamily="34" charset="0"/>
            </a:rPr>
            <a:t>Build Phase</a:t>
          </a: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400" b="1" kern="1200" dirty="0">
              <a:latin typeface="Arial" panose="020B0604020202020204" pitchFamily="34" charset="0"/>
              <a:cs typeface="Arial" panose="020B0604020202020204" pitchFamily="34" charset="0"/>
            </a:rPr>
            <a:t>CapEx: </a:t>
          </a: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Estimated Cost: </a:t>
          </a:r>
          <a:r>
            <a:rPr lang="en-GB" sz="1400" kern="1200" dirty="0">
              <a:latin typeface="Arial" panose="020B0604020202020204" pitchFamily="34" charset="0"/>
              <a:cs typeface="Arial" panose="020B0604020202020204" pitchFamily="34" charset="0"/>
            </a:rPr>
            <a:t>€3</a:t>
          </a: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50K-&gt;</a:t>
          </a:r>
          <a:r>
            <a:rPr lang="en-GB" sz="1400" kern="1200" dirty="0">
              <a:latin typeface="Arial" panose="020B0604020202020204" pitchFamily="34" charset="0"/>
              <a:cs typeface="Arial" panose="020B0604020202020204" pitchFamily="34" charset="0"/>
            </a:rPr>
            <a:t>€5</a:t>
          </a: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00K</a:t>
          </a:r>
          <a:endParaRPr lang="en-FR" sz="18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01891" y="101891"/>
        <a:ext cx="8328471" cy="3888946"/>
      </dsp:txXfrm>
    </dsp:sp>
    <dsp:sp modelId="{483571A5-3E50-6D40-86CE-D636D3C673AB}">
      <dsp:nvSpPr>
        <dsp:cNvPr id="0" name=""/>
        <dsp:cNvSpPr/>
      </dsp:nvSpPr>
      <dsp:spPr>
        <a:xfrm>
          <a:off x="213306" y="1023182"/>
          <a:ext cx="1279837" cy="2864909"/>
        </a:xfrm>
        <a:prstGeom prst="roundRect">
          <a:avLst>
            <a:gd name="adj" fmla="val 10500"/>
          </a:avLst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400" b="1" kern="1200" dirty="0">
              <a:latin typeface="Arial" panose="020B0604020202020204" pitchFamily="34" charset="0"/>
              <a:cs typeface="Arial" panose="020B0604020202020204" pitchFamily="34" charset="0"/>
            </a:rPr>
            <a:t>3-6 months. Requires 4-5 FTE Squad 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Cloud Architect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Senior AI Engineer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Data Engineer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Dev(s). </a:t>
          </a:r>
        </a:p>
      </dsp:txBody>
      <dsp:txXfrm>
        <a:off x="252665" y="1062541"/>
        <a:ext cx="1201119" cy="2786191"/>
      </dsp:txXfrm>
    </dsp:sp>
    <dsp:sp modelId="{47A7E520-5749-214A-9E9D-1118AE183443}">
      <dsp:nvSpPr>
        <dsp:cNvPr id="0" name=""/>
        <dsp:cNvSpPr/>
      </dsp:nvSpPr>
      <dsp:spPr>
        <a:xfrm>
          <a:off x="1706450" y="1023182"/>
          <a:ext cx="6612496" cy="2864909"/>
        </a:xfrm>
        <a:prstGeom prst="roundRect">
          <a:avLst>
            <a:gd name="adj" fmla="val 10500"/>
          </a:avLst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68580" tIns="68580" rIns="68580" bIns="1819218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>
              <a:latin typeface="Arial" panose="020B0604020202020204" pitchFamily="34" charset="0"/>
              <a:cs typeface="Arial" panose="020B0604020202020204" pitchFamily="34" charset="0"/>
            </a:rPr>
            <a:t>Run Phase</a:t>
          </a: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400" b="1" kern="1200" dirty="0">
              <a:latin typeface="Arial" panose="020B0604020202020204" pitchFamily="34" charset="0"/>
              <a:cs typeface="Arial" panose="020B0604020202020204" pitchFamily="34" charset="0"/>
            </a:rPr>
            <a:t>OpEx </a:t>
          </a:r>
          <a:r>
            <a:rPr lang="en-US" sz="1400" kern="1200" dirty="0">
              <a:latin typeface="Arial" panose="020B0604020202020204" pitchFamily="34" charset="0"/>
              <a:cs typeface="Arial" panose="020B0604020202020204" pitchFamily="34" charset="0"/>
            </a:rPr>
            <a:t>Infrastructure</a:t>
          </a: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 €</a:t>
          </a:r>
          <a:r>
            <a:rPr lang="en-US" sz="1400" kern="1200" dirty="0">
              <a:latin typeface="Arial" panose="020B0604020202020204" pitchFamily="34" charset="0"/>
              <a:cs typeface="Arial" panose="020B0604020202020204" pitchFamily="34" charset="0"/>
            </a:rPr>
            <a:t>6</a:t>
          </a: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,</a:t>
          </a:r>
          <a:r>
            <a:rPr lang="en-US" sz="1400" kern="1200" dirty="0">
              <a:latin typeface="Arial" panose="020B0604020202020204" pitchFamily="34" charset="0"/>
              <a:cs typeface="Arial" panose="020B0604020202020204" pitchFamily="34" charset="0"/>
            </a:rPr>
            <a:t>5</a:t>
          </a: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000-€8,000 / month</a:t>
          </a:r>
          <a:endParaRPr lang="en-FR" sz="18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794556" y="1111288"/>
        <a:ext cx="6436284" cy="2688697"/>
      </dsp:txXfrm>
    </dsp:sp>
    <dsp:sp modelId="{FAD79068-A84B-6C4A-9FD1-5F0E7F6099B8}">
      <dsp:nvSpPr>
        <dsp:cNvPr id="0" name=""/>
        <dsp:cNvSpPr/>
      </dsp:nvSpPr>
      <dsp:spPr>
        <a:xfrm>
          <a:off x="1871763" y="2025900"/>
          <a:ext cx="1322499" cy="1647323"/>
        </a:xfrm>
        <a:prstGeom prst="roundRect">
          <a:avLst>
            <a:gd name="adj" fmla="val 10500"/>
          </a:avLst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Cloud Run, Vector AI,</a:t>
          </a:r>
          <a:r>
            <a:rPr lang="en-US" sz="1400" kern="1200" dirty="0">
              <a:latin typeface="Arial" panose="020B0604020202020204" pitchFamily="34" charset="0"/>
              <a:cs typeface="Arial" panose="020B0604020202020204" pitchFamily="34" charset="0"/>
            </a:rPr>
            <a:t> Cloud SQL, </a:t>
          </a: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LLM Tokens for ~1k users.</a:t>
          </a:r>
        </a:p>
      </dsp:txBody>
      <dsp:txXfrm>
        <a:off x="1912434" y="2066571"/>
        <a:ext cx="1241157" cy="1565981"/>
      </dsp:txXfrm>
    </dsp:sp>
    <dsp:sp modelId="{73AFDF40-9C30-9249-9722-9DDD21A387AF}">
      <dsp:nvSpPr>
        <dsp:cNvPr id="0" name=""/>
        <dsp:cNvSpPr/>
      </dsp:nvSpPr>
      <dsp:spPr>
        <a:xfrm>
          <a:off x="3370239" y="2046364"/>
          <a:ext cx="4735400" cy="1637091"/>
        </a:xfrm>
        <a:prstGeom prst="roundRect">
          <a:avLst>
            <a:gd name="adj" fmla="val 10500"/>
          </a:avLst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68580" tIns="68580" rIns="68580" bIns="924047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800" b="1" kern="1200" dirty="0">
              <a:latin typeface="Arial" panose="020B0604020202020204" pitchFamily="34" charset="0"/>
              <a:cs typeface="Arial" panose="020B0604020202020204" pitchFamily="34" charset="0"/>
            </a:rPr>
            <a:t>Operational Team</a:t>
          </a:r>
          <a:endParaRPr lang="en-FR" sz="18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420585" y="2096710"/>
        <a:ext cx="4634708" cy="1536399"/>
      </dsp:txXfrm>
    </dsp:sp>
    <dsp:sp modelId="{51EBF2F0-2702-4849-BF4F-7A25D0ED8555}">
      <dsp:nvSpPr>
        <dsp:cNvPr id="0" name=""/>
        <dsp:cNvSpPr/>
      </dsp:nvSpPr>
      <dsp:spPr>
        <a:xfrm>
          <a:off x="3488624" y="2783055"/>
          <a:ext cx="4498630" cy="736691"/>
        </a:xfrm>
        <a:prstGeom prst="roundRect">
          <a:avLst>
            <a:gd name="adj" fmla="val 10500"/>
          </a:avLst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just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Requires ~</a:t>
          </a:r>
          <a:r>
            <a:rPr lang="en-US" sz="1400" kern="1200" dirty="0">
              <a:latin typeface="Arial" panose="020B0604020202020204" pitchFamily="34" charset="0"/>
              <a:cs typeface="Arial" panose="020B0604020202020204" pitchFamily="34" charset="0"/>
            </a:rPr>
            <a:t>2</a:t>
          </a: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.5 FTE (Platform Engineer + Data Steward</a:t>
          </a:r>
          <a:r>
            <a:rPr lang="en-US" sz="1400" kern="1200" dirty="0">
              <a:latin typeface="Arial" panose="020B0604020202020204" pitchFamily="34" charset="0"/>
              <a:cs typeface="Arial" panose="020B0604020202020204" pitchFamily="34" charset="0"/>
            </a:rPr>
            <a:t> + FTE</a:t>
          </a:r>
          <a:r>
            <a:rPr lang="en-FR" sz="1400" kern="1200" dirty="0">
              <a:latin typeface="Arial" panose="020B0604020202020204" pitchFamily="34" charset="0"/>
              <a:cs typeface="Arial" panose="020B0604020202020204" pitchFamily="34" charset="0"/>
            </a:rPr>
            <a:t>) to maintain connectors and governance.</a:t>
          </a:r>
        </a:p>
      </dsp:txBody>
      <dsp:txXfrm>
        <a:off x="3511280" y="2805711"/>
        <a:ext cx="4453318" cy="69137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647990-B3B9-1C46-87F7-A6F40CFC3A02}">
      <dsp:nvSpPr>
        <dsp:cNvPr id="0" name=""/>
        <dsp:cNvSpPr/>
      </dsp:nvSpPr>
      <dsp:spPr>
        <a:xfrm>
          <a:off x="627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b="1" kern="1200" dirty="0"/>
            <a:t>1</a:t>
          </a:r>
          <a:endParaRPr lang="en-FR" sz="1200" kern="1200" dirty="0"/>
        </a:p>
      </dsp:txBody>
      <dsp:txXfrm>
        <a:off x="101588" y="36681"/>
        <a:ext cx="302884" cy="201922"/>
      </dsp:txXfrm>
    </dsp:sp>
    <dsp:sp modelId="{D946FBF6-0A2F-BC46-9B94-5879F439DFC6}">
      <dsp:nvSpPr>
        <dsp:cNvPr id="0" name=""/>
        <dsp:cNvSpPr/>
      </dsp:nvSpPr>
      <dsp:spPr>
        <a:xfrm>
          <a:off x="454953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2</a:t>
          </a:r>
        </a:p>
      </dsp:txBody>
      <dsp:txXfrm>
        <a:off x="555914" y="36681"/>
        <a:ext cx="302884" cy="201922"/>
      </dsp:txXfrm>
    </dsp:sp>
    <dsp:sp modelId="{477941FB-CE61-9347-97AC-2148120B30A6}">
      <dsp:nvSpPr>
        <dsp:cNvPr id="0" name=""/>
        <dsp:cNvSpPr/>
      </dsp:nvSpPr>
      <dsp:spPr>
        <a:xfrm>
          <a:off x="909279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3</a:t>
          </a:r>
        </a:p>
      </dsp:txBody>
      <dsp:txXfrm>
        <a:off x="1010240" y="36681"/>
        <a:ext cx="302884" cy="201922"/>
      </dsp:txXfrm>
    </dsp:sp>
    <dsp:sp modelId="{487B5AB9-3E5C-FC46-95DB-841BB6A1C030}">
      <dsp:nvSpPr>
        <dsp:cNvPr id="0" name=""/>
        <dsp:cNvSpPr/>
      </dsp:nvSpPr>
      <dsp:spPr>
        <a:xfrm>
          <a:off x="1363604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4</a:t>
          </a:r>
        </a:p>
      </dsp:txBody>
      <dsp:txXfrm>
        <a:off x="1464565" y="36681"/>
        <a:ext cx="302884" cy="201922"/>
      </dsp:txXfrm>
    </dsp:sp>
    <dsp:sp modelId="{EB2E9814-A402-B649-AB39-DF4D2E00D438}">
      <dsp:nvSpPr>
        <dsp:cNvPr id="0" name=""/>
        <dsp:cNvSpPr/>
      </dsp:nvSpPr>
      <dsp:spPr>
        <a:xfrm>
          <a:off x="1817930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5</a:t>
          </a:r>
        </a:p>
      </dsp:txBody>
      <dsp:txXfrm>
        <a:off x="1918891" y="36681"/>
        <a:ext cx="302884" cy="201922"/>
      </dsp:txXfrm>
    </dsp:sp>
    <dsp:sp modelId="{2A809F05-EF96-694A-A483-328CAEDFE325}">
      <dsp:nvSpPr>
        <dsp:cNvPr id="0" name=""/>
        <dsp:cNvSpPr/>
      </dsp:nvSpPr>
      <dsp:spPr>
        <a:xfrm>
          <a:off x="2272256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6</a:t>
          </a:r>
        </a:p>
      </dsp:txBody>
      <dsp:txXfrm>
        <a:off x="2373217" y="36681"/>
        <a:ext cx="302884" cy="201922"/>
      </dsp:txXfrm>
    </dsp:sp>
    <dsp:sp modelId="{47B3DC8B-2C69-554F-8E80-997136EAFDC0}">
      <dsp:nvSpPr>
        <dsp:cNvPr id="0" name=""/>
        <dsp:cNvSpPr/>
      </dsp:nvSpPr>
      <dsp:spPr>
        <a:xfrm>
          <a:off x="2726582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7</a:t>
          </a:r>
        </a:p>
      </dsp:txBody>
      <dsp:txXfrm>
        <a:off x="2827543" y="36681"/>
        <a:ext cx="302884" cy="201922"/>
      </dsp:txXfrm>
    </dsp:sp>
    <dsp:sp modelId="{B3C3A7F7-C2F3-0F47-BFAC-32FF43670A83}">
      <dsp:nvSpPr>
        <dsp:cNvPr id="0" name=""/>
        <dsp:cNvSpPr/>
      </dsp:nvSpPr>
      <dsp:spPr>
        <a:xfrm>
          <a:off x="3180907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8</a:t>
          </a:r>
        </a:p>
      </dsp:txBody>
      <dsp:txXfrm>
        <a:off x="3281868" y="36681"/>
        <a:ext cx="302884" cy="201922"/>
      </dsp:txXfrm>
    </dsp:sp>
    <dsp:sp modelId="{9265EA04-489E-1548-BBB5-6A185CDDF5D5}">
      <dsp:nvSpPr>
        <dsp:cNvPr id="0" name=""/>
        <dsp:cNvSpPr/>
      </dsp:nvSpPr>
      <dsp:spPr>
        <a:xfrm>
          <a:off x="3635233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9</a:t>
          </a:r>
        </a:p>
      </dsp:txBody>
      <dsp:txXfrm>
        <a:off x="3736194" y="36681"/>
        <a:ext cx="302884" cy="201922"/>
      </dsp:txXfrm>
    </dsp:sp>
    <dsp:sp modelId="{BCF0178C-9394-3441-9D25-372E4D1E53C0}">
      <dsp:nvSpPr>
        <dsp:cNvPr id="0" name=""/>
        <dsp:cNvSpPr/>
      </dsp:nvSpPr>
      <dsp:spPr>
        <a:xfrm>
          <a:off x="4089559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10</a:t>
          </a:r>
        </a:p>
      </dsp:txBody>
      <dsp:txXfrm>
        <a:off x="4190520" y="36681"/>
        <a:ext cx="302884" cy="201922"/>
      </dsp:txXfrm>
    </dsp:sp>
    <dsp:sp modelId="{34F2073F-5475-D14E-8F9E-0821D9D5DDC4}">
      <dsp:nvSpPr>
        <dsp:cNvPr id="0" name=""/>
        <dsp:cNvSpPr/>
      </dsp:nvSpPr>
      <dsp:spPr>
        <a:xfrm>
          <a:off x="4543884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11</a:t>
          </a:r>
        </a:p>
      </dsp:txBody>
      <dsp:txXfrm>
        <a:off x="4644845" y="36681"/>
        <a:ext cx="302884" cy="201922"/>
      </dsp:txXfrm>
    </dsp:sp>
    <dsp:sp modelId="{300E89FA-4A10-9A45-A2F2-876B9672B0CC}">
      <dsp:nvSpPr>
        <dsp:cNvPr id="0" name=""/>
        <dsp:cNvSpPr/>
      </dsp:nvSpPr>
      <dsp:spPr>
        <a:xfrm>
          <a:off x="4998210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12</a:t>
          </a:r>
        </a:p>
      </dsp:txBody>
      <dsp:txXfrm>
        <a:off x="5099171" y="36681"/>
        <a:ext cx="302884" cy="201922"/>
      </dsp:txXfrm>
    </dsp:sp>
    <dsp:sp modelId="{5E9FAE17-A7B7-2047-ADC7-914F7F86196F}">
      <dsp:nvSpPr>
        <dsp:cNvPr id="0" name=""/>
        <dsp:cNvSpPr/>
      </dsp:nvSpPr>
      <dsp:spPr>
        <a:xfrm>
          <a:off x="5452536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13</a:t>
          </a:r>
        </a:p>
      </dsp:txBody>
      <dsp:txXfrm>
        <a:off x="5553497" y="36681"/>
        <a:ext cx="302884" cy="201922"/>
      </dsp:txXfrm>
    </dsp:sp>
    <dsp:sp modelId="{95936676-A32B-3243-9333-0302D942A125}">
      <dsp:nvSpPr>
        <dsp:cNvPr id="0" name=""/>
        <dsp:cNvSpPr/>
      </dsp:nvSpPr>
      <dsp:spPr>
        <a:xfrm>
          <a:off x="5906861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14</a:t>
          </a:r>
        </a:p>
      </dsp:txBody>
      <dsp:txXfrm>
        <a:off x="6007822" y="36681"/>
        <a:ext cx="302884" cy="201922"/>
      </dsp:txXfrm>
    </dsp:sp>
    <dsp:sp modelId="{FD1892CD-EF67-6D41-AA59-42E373EE314B}">
      <dsp:nvSpPr>
        <dsp:cNvPr id="0" name=""/>
        <dsp:cNvSpPr/>
      </dsp:nvSpPr>
      <dsp:spPr>
        <a:xfrm>
          <a:off x="6361187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15</a:t>
          </a:r>
        </a:p>
      </dsp:txBody>
      <dsp:txXfrm>
        <a:off x="6462148" y="36681"/>
        <a:ext cx="302884" cy="201922"/>
      </dsp:txXfrm>
    </dsp:sp>
    <dsp:sp modelId="{69DC2677-97C7-3A4A-88C7-2273EC330FB8}">
      <dsp:nvSpPr>
        <dsp:cNvPr id="0" name=""/>
        <dsp:cNvSpPr/>
      </dsp:nvSpPr>
      <dsp:spPr>
        <a:xfrm>
          <a:off x="6815513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16</a:t>
          </a:r>
        </a:p>
      </dsp:txBody>
      <dsp:txXfrm>
        <a:off x="6916474" y="36681"/>
        <a:ext cx="302884" cy="201922"/>
      </dsp:txXfrm>
    </dsp:sp>
    <dsp:sp modelId="{70DD8E72-EC1D-2B4D-A3BE-BF55DBF49F61}">
      <dsp:nvSpPr>
        <dsp:cNvPr id="0" name=""/>
        <dsp:cNvSpPr/>
      </dsp:nvSpPr>
      <dsp:spPr>
        <a:xfrm>
          <a:off x="7269839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17</a:t>
          </a:r>
        </a:p>
      </dsp:txBody>
      <dsp:txXfrm>
        <a:off x="7370800" y="36681"/>
        <a:ext cx="302884" cy="201922"/>
      </dsp:txXfrm>
    </dsp:sp>
    <dsp:sp modelId="{76BE0F97-B7D3-AB4D-BA54-5A4878D8E9A1}">
      <dsp:nvSpPr>
        <dsp:cNvPr id="0" name=""/>
        <dsp:cNvSpPr/>
      </dsp:nvSpPr>
      <dsp:spPr>
        <a:xfrm>
          <a:off x="7724164" y="36681"/>
          <a:ext cx="504806" cy="201922"/>
        </a:xfrm>
        <a:prstGeom prst="chevron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R" sz="1200" kern="1200" dirty="0"/>
            <a:t>18</a:t>
          </a:r>
        </a:p>
      </dsp:txBody>
      <dsp:txXfrm>
        <a:off x="7825125" y="36681"/>
        <a:ext cx="302884" cy="20192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7B7313-1F58-D646-B278-D9230B764B05}">
      <dsp:nvSpPr>
        <dsp:cNvPr id="0" name=""/>
        <dsp:cNvSpPr/>
      </dsp:nvSpPr>
      <dsp:spPr>
        <a:xfrm>
          <a:off x="0" y="3502997"/>
          <a:ext cx="2057400" cy="114976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322" tIns="142240" rIns="146322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Ownership</a:t>
          </a:r>
          <a:endParaRPr lang="en-US" sz="2000" kern="1200"/>
        </a:p>
      </dsp:txBody>
      <dsp:txXfrm>
        <a:off x="0" y="3502997"/>
        <a:ext cx="2057400" cy="1149761"/>
      </dsp:txXfrm>
    </dsp:sp>
    <dsp:sp modelId="{EB1BAB02-CC12-1144-8F3B-34A9D42A9FA3}">
      <dsp:nvSpPr>
        <dsp:cNvPr id="0" name=""/>
        <dsp:cNvSpPr/>
      </dsp:nvSpPr>
      <dsp:spPr>
        <a:xfrm>
          <a:off x="2057400" y="3502997"/>
          <a:ext cx="6172199" cy="1149761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201" tIns="152400" rIns="125201" bIns="15240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We own the "Brain" and the "Connectors" (No Black Box SaaS).</a:t>
          </a:r>
        </a:p>
      </dsp:txBody>
      <dsp:txXfrm>
        <a:off x="2057400" y="3502997"/>
        <a:ext cx="6172199" cy="1149761"/>
      </dsp:txXfrm>
    </dsp:sp>
    <dsp:sp modelId="{0F7CD071-8380-164B-A79E-54173D7EEE2D}">
      <dsp:nvSpPr>
        <dsp:cNvPr id="0" name=""/>
        <dsp:cNvSpPr/>
      </dsp:nvSpPr>
      <dsp:spPr>
        <a:xfrm rot="10800000">
          <a:off x="0" y="1751910"/>
          <a:ext cx="2057400" cy="1768333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322" tIns="142240" rIns="146322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Budget</a:t>
          </a:r>
          <a:endParaRPr lang="en-US" sz="2000" kern="1200"/>
        </a:p>
      </dsp:txBody>
      <dsp:txXfrm rot="-10800000">
        <a:off x="0" y="1751910"/>
        <a:ext cx="2057400" cy="1149417"/>
      </dsp:txXfrm>
    </dsp:sp>
    <dsp:sp modelId="{F2BCFE48-0370-D840-91EB-7BF2F3963275}">
      <dsp:nvSpPr>
        <dsp:cNvPr id="0" name=""/>
        <dsp:cNvSpPr/>
      </dsp:nvSpPr>
      <dsp:spPr>
        <a:xfrm>
          <a:off x="2057400" y="1751910"/>
          <a:ext cx="6172199" cy="1149417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201" tIns="152400" rIns="125201" bIns="15240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Development budget repalces recurring 1 year at most of L1/L2 support cost, rest is maintanence cost which is a lot lower.</a:t>
          </a:r>
        </a:p>
      </dsp:txBody>
      <dsp:txXfrm>
        <a:off x="2057400" y="1751910"/>
        <a:ext cx="6172199" cy="1149417"/>
      </dsp:txXfrm>
    </dsp:sp>
    <dsp:sp modelId="{76F42267-2135-C54A-A090-9B0CD319E131}">
      <dsp:nvSpPr>
        <dsp:cNvPr id="0" name=""/>
        <dsp:cNvSpPr/>
      </dsp:nvSpPr>
      <dsp:spPr>
        <a:xfrm rot="10800000">
          <a:off x="0" y="822"/>
          <a:ext cx="2057400" cy="1768333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322" tIns="142240" rIns="146322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Agentic Workflow Platform</a:t>
          </a:r>
          <a:endParaRPr lang="en-US" sz="2000" kern="1200"/>
        </a:p>
      </dsp:txBody>
      <dsp:txXfrm rot="-10800000">
        <a:off x="0" y="822"/>
        <a:ext cx="2057400" cy="1149417"/>
      </dsp:txXfrm>
    </dsp:sp>
    <dsp:sp modelId="{B28B6581-54E8-9D46-A479-511930FC1166}">
      <dsp:nvSpPr>
        <dsp:cNvPr id="0" name=""/>
        <dsp:cNvSpPr/>
      </dsp:nvSpPr>
      <dsp:spPr>
        <a:xfrm>
          <a:off x="2057400" y="822"/>
          <a:ext cx="6172199" cy="1149417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201" tIns="152400" rIns="125201" bIns="15240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Total replacement of a static chatbot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Activates autonomous agents with a human in the loop while preserving observability and soverneighty of the solution.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Scalable on demand</a:t>
          </a:r>
        </a:p>
      </dsp:txBody>
      <dsp:txXfrm>
        <a:off x="2057400" y="822"/>
        <a:ext cx="6172199" cy="114941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B21DAF-6A0C-8143-9B76-D93A8E328F2C}">
      <dsp:nvSpPr>
        <dsp:cNvPr id="0" name=""/>
        <dsp:cNvSpPr/>
      </dsp:nvSpPr>
      <dsp:spPr>
        <a:xfrm rot="5400000">
          <a:off x="5557569" y="-2097209"/>
          <a:ext cx="1320700" cy="585216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i="0" kern="1200" dirty="0"/>
            <a:t>Cloud Run (Services &amp; Workers)</a:t>
          </a:r>
          <a:r>
            <a:rPr lang="en-GB" sz="1800" b="0" i="0" kern="1200" dirty="0"/>
            <a:t>: </a:t>
          </a:r>
          <a:r>
            <a:rPr lang="en-GB" sz="1800" b="1" i="0" kern="1200" dirty="0"/>
            <a:t>~€600 - €800 / month</a:t>
          </a:r>
          <a:endParaRPr lang="en-FR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i="0" kern="1200" dirty="0"/>
            <a:t>Cloud Run (Jobs - Connectors)</a:t>
          </a:r>
          <a:r>
            <a:rPr lang="en-GB" sz="1800" b="0" i="0" kern="1200" dirty="0"/>
            <a:t>: </a:t>
          </a:r>
          <a:r>
            <a:rPr lang="en-GB" sz="1800" b="1" i="0" kern="1200" dirty="0"/>
            <a:t>~€30 - €60 / month</a:t>
          </a:r>
          <a:endParaRPr lang="en-FR" sz="1800" kern="1200" dirty="0"/>
        </a:p>
      </dsp:txBody>
      <dsp:txXfrm rot="-5400000">
        <a:off x="3291840" y="232991"/>
        <a:ext cx="5787689" cy="1191758"/>
      </dsp:txXfrm>
    </dsp:sp>
    <dsp:sp modelId="{63DC6A1C-7143-E644-8EDA-592D20E543B3}">
      <dsp:nvSpPr>
        <dsp:cNvPr id="0" name=""/>
        <dsp:cNvSpPr/>
      </dsp:nvSpPr>
      <dsp:spPr>
        <a:xfrm>
          <a:off x="0" y="3432"/>
          <a:ext cx="3291840" cy="165087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i="0" kern="1200" dirty="0"/>
            <a:t>Compute &amp; Application Hosting</a:t>
          </a:r>
          <a:endParaRPr lang="en-FR" sz="2000" kern="1200" dirty="0"/>
        </a:p>
      </dsp:txBody>
      <dsp:txXfrm>
        <a:off x="80589" y="84021"/>
        <a:ext cx="3130662" cy="1489697"/>
      </dsp:txXfrm>
    </dsp:sp>
    <dsp:sp modelId="{162986C4-AB02-334A-8BDD-8010F0AE68FD}">
      <dsp:nvSpPr>
        <dsp:cNvPr id="0" name=""/>
        <dsp:cNvSpPr/>
      </dsp:nvSpPr>
      <dsp:spPr>
        <a:xfrm rot="5400000">
          <a:off x="5557569" y="-363789"/>
          <a:ext cx="1320700" cy="585216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Cloud SQL (PostgreSQL HA): ~€250 - €400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Vertex AI Search (Vector Store): ~€600 - €1,000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Cloud Storage (GCS): ~€50 - €100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i="0" kern="1200" dirty="0" err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Memorystore</a:t>
          </a:r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 (Redis) - Optional: ~€40 - €150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</dsp:txBody>
      <dsp:txXfrm rot="-5400000">
        <a:off x="3291840" y="1966411"/>
        <a:ext cx="5787689" cy="1191758"/>
      </dsp:txXfrm>
    </dsp:sp>
    <dsp:sp modelId="{E61C1661-E4A4-3F4D-BAC2-3FA412267F75}">
      <dsp:nvSpPr>
        <dsp:cNvPr id="0" name=""/>
        <dsp:cNvSpPr/>
      </dsp:nvSpPr>
      <dsp:spPr>
        <a:xfrm>
          <a:off x="0" y="1736852"/>
          <a:ext cx="3291840" cy="165087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i="0" kern="1200" dirty="0"/>
            <a:t>Data &amp; Storage</a:t>
          </a:r>
          <a:endParaRPr lang="en-FR" sz="2000" kern="1200" dirty="0"/>
        </a:p>
      </dsp:txBody>
      <dsp:txXfrm>
        <a:off x="80589" y="1817441"/>
        <a:ext cx="3130662" cy="1489697"/>
      </dsp:txXfrm>
    </dsp:sp>
    <dsp:sp modelId="{169FDFB2-EB99-7447-8C63-D51BB503B027}">
      <dsp:nvSpPr>
        <dsp:cNvPr id="0" name=""/>
        <dsp:cNvSpPr/>
      </dsp:nvSpPr>
      <dsp:spPr>
        <a:xfrm rot="5400000">
          <a:off x="5557569" y="1369629"/>
          <a:ext cx="1320700" cy="585216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Vertex AI (Gemini Models): ~€200 - €500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Security &amp; Networking (The "Enterprise" Premium)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Cloud Armor + Load Balancer: ~€40 - €100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i="0" kern="120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Cloud NAT: ~€50 / month</a:t>
          </a:r>
          <a:endParaRPr lang="en-FR" sz="1800" b="1" i="0" kern="120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Secret Manager &amp; KMS: ~€50 - €80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</dsp:txBody>
      <dsp:txXfrm rot="-5400000">
        <a:off x="3291840" y="3699830"/>
        <a:ext cx="5787689" cy="1191758"/>
      </dsp:txXfrm>
    </dsp:sp>
    <dsp:sp modelId="{8D77CADC-29D3-D341-99E1-8728DB7102B8}">
      <dsp:nvSpPr>
        <dsp:cNvPr id="0" name=""/>
        <dsp:cNvSpPr/>
      </dsp:nvSpPr>
      <dsp:spPr>
        <a:xfrm>
          <a:off x="0" y="3470271"/>
          <a:ext cx="3291840" cy="165087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i="0" kern="1200" dirty="0"/>
            <a:t>AI &amp; Intelligence</a:t>
          </a:r>
          <a:endParaRPr lang="en-FR" sz="2000" kern="1200" dirty="0"/>
        </a:p>
      </dsp:txBody>
      <dsp:txXfrm>
        <a:off x="80589" y="3550860"/>
        <a:ext cx="3130662" cy="1489697"/>
      </dsp:txXfrm>
    </dsp:sp>
    <dsp:sp modelId="{DB99AA55-AB0A-C649-985A-27CF2A80A73B}">
      <dsp:nvSpPr>
        <dsp:cNvPr id="0" name=""/>
        <dsp:cNvSpPr/>
      </dsp:nvSpPr>
      <dsp:spPr>
        <a:xfrm rot="5400000">
          <a:off x="5557569" y="3103049"/>
          <a:ext cx="1320700" cy="585216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Cloud Logging &amp; Monitoring: ~€100 - €200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i="0" kern="1200" dirty="0" err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Dataplex</a:t>
          </a:r>
          <a:r>
            <a:rPr lang="en-GB" sz="1800" b="1" i="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 (Data Quality): ~€100 - €200 / month</a:t>
          </a:r>
          <a:endParaRPr lang="en-FR" sz="1800" b="1" i="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/>
            <a:ea typeface="+mn-ea"/>
            <a:cs typeface="+mn-cs"/>
          </a:endParaRPr>
        </a:p>
      </dsp:txBody>
      <dsp:txXfrm rot="-5400000">
        <a:off x="3291840" y="5433250"/>
        <a:ext cx="5787689" cy="1191758"/>
      </dsp:txXfrm>
    </dsp:sp>
    <dsp:sp modelId="{CC566316-3A94-044B-9132-BD13751F2012}">
      <dsp:nvSpPr>
        <dsp:cNvPr id="0" name=""/>
        <dsp:cNvSpPr/>
      </dsp:nvSpPr>
      <dsp:spPr>
        <a:xfrm>
          <a:off x="0" y="5203691"/>
          <a:ext cx="3291840" cy="165087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i="0" kern="1200" dirty="0"/>
            <a:t>Observability &amp; Operations</a:t>
          </a:r>
          <a:endParaRPr lang="en-FR" sz="2000" kern="1200" dirty="0"/>
        </a:p>
      </dsp:txBody>
      <dsp:txXfrm>
        <a:off x="80589" y="5284280"/>
        <a:ext cx="3130662" cy="1489697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2572B3-08E4-A74F-985B-ACAC7821D5DA}">
      <dsp:nvSpPr>
        <dsp:cNvPr id="0" name=""/>
        <dsp:cNvSpPr/>
      </dsp:nvSpPr>
      <dsp:spPr>
        <a:xfrm>
          <a:off x="2256993" y="2577908"/>
          <a:ext cx="156834" cy="15683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243819-B383-0F4E-A640-63C558D7E9B7}">
      <dsp:nvSpPr>
        <dsp:cNvPr id="0" name=""/>
        <dsp:cNvSpPr/>
      </dsp:nvSpPr>
      <dsp:spPr>
        <a:xfrm>
          <a:off x="2119346" y="2798561"/>
          <a:ext cx="156834" cy="15683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32A795-BEF9-F044-8F60-F52F43CA37CA}">
      <dsp:nvSpPr>
        <dsp:cNvPr id="0" name=""/>
        <dsp:cNvSpPr/>
      </dsp:nvSpPr>
      <dsp:spPr>
        <a:xfrm>
          <a:off x="1955004" y="2989598"/>
          <a:ext cx="156834" cy="15683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83A22F-2673-6A41-B4C7-DF53D38A4F5E}">
      <dsp:nvSpPr>
        <dsp:cNvPr id="0" name=""/>
        <dsp:cNvSpPr/>
      </dsp:nvSpPr>
      <dsp:spPr>
        <a:xfrm>
          <a:off x="2151881" y="357203"/>
          <a:ext cx="156834" cy="15683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173831-47FF-254B-8424-B0A56BFE057A}">
      <dsp:nvSpPr>
        <dsp:cNvPr id="0" name=""/>
        <dsp:cNvSpPr/>
      </dsp:nvSpPr>
      <dsp:spPr>
        <a:xfrm>
          <a:off x="2361271" y="232070"/>
          <a:ext cx="156834" cy="15683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188227-B54F-9F42-9042-4ADB2D1889E3}">
      <dsp:nvSpPr>
        <dsp:cNvPr id="0" name=""/>
        <dsp:cNvSpPr/>
      </dsp:nvSpPr>
      <dsp:spPr>
        <a:xfrm>
          <a:off x="2570662" y="106936"/>
          <a:ext cx="156834" cy="15683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DD7433-E48A-E543-8823-5BE265B179E0}">
      <dsp:nvSpPr>
        <dsp:cNvPr id="0" name=""/>
        <dsp:cNvSpPr/>
      </dsp:nvSpPr>
      <dsp:spPr>
        <a:xfrm>
          <a:off x="2780052" y="232070"/>
          <a:ext cx="156834" cy="15683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3D0814-3ADB-6445-AE9F-F89597A2D8EA}">
      <dsp:nvSpPr>
        <dsp:cNvPr id="0" name=""/>
        <dsp:cNvSpPr/>
      </dsp:nvSpPr>
      <dsp:spPr>
        <a:xfrm>
          <a:off x="2990277" y="357203"/>
          <a:ext cx="156834" cy="15683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4DDC7F-5446-304F-9DCB-ABD02BD493B9}">
      <dsp:nvSpPr>
        <dsp:cNvPr id="0" name=""/>
        <dsp:cNvSpPr/>
      </dsp:nvSpPr>
      <dsp:spPr>
        <a:xfrm>
          <a:off x="2570662" y="370968"/>
          <a:ext cx="156834" cy="15683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16BD1A-E15B-7E4D-ADD7-C51A04041C7C}">
      <dsp:nvSpPr>
        <dsp:cNvPr id="0" name=""/>
        <dsp:cNvSpPr/>
      </dsp:nvSpPr>
      <dsp:spPr>
        <a:xfrm>
          <a:off x="2570662" y="635000"/>
          <a:ext cx="156834" cy="15683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C98DAD-DD69-EB4C-88FC-A293C3BCD457}">
      <dsp:nvSpPr>
        <dsp:cNvPr id="0" name=""/>
        <dsp:cNvSpPr/>
      </dsp:nvSpPr>
      <dsp:spPr>
        <a:xfrm>
          <a:off x="1291796" y="3598165"/>
          <a:ext cx="3390287" cy="90930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7611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 dirty="0"/>
            <a:t>Connecting to the Enterprise safely</a:t>
          </a:r>
          <a:endParaRPr lang="en-FR" sz="2300" kern="1200" dirty="0"/>
        </a:p>
      </dsp:txBody>
      <dsp:txXfrm>
        <a:off x="1336185" y="3642554"/>
        <a:ext cx="3301509" cy="820526"/>
      </dsp:txXfrm>
    </dsp:sp>
    <dsp:sp modelId="{78930FF8-120E-C040-93E3-E4A68FC1C3E1}">
      <dsp:nvSpPr>
        <dsp:cNvPr id="0" name=""/>
        <dsp:cNvSpPr/>
      </dsp:nvSpPr>
      <dsp:spPr>
        <a:xfrm>
          <a:off x="4682083" y="3598165"/>
          <a:ext cx="3308533" cy="9093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35560" rIns="35560" bIns="3556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Identity Propagation ("On-Behalf-Of")</a:t>
          </a:r>
          <a:r>
            <a:rPr lang="en-GB" sz="1400" b="0" kern="1200" dirty="0"/>
            <a:t> The agent impersonates the user: It sees </a:t>
          </a:r>
          <a:r>
            <a:rPr lang="en-GB" sz="1400" b="0" i="1" kern="1200" dirty="0"/>
            <a:t>only</a:t>
          </a:r>
          <a:r>
            <a:rPr lang="en-GB" sz="1400" b="0" i="0" kern="1200" dirty="0"/>
            <a:t> what the user is allowed to see (preserving existing Salesforce/Drive ACLs).</a:t>
          </a:r>
          <a:endParaRPr lang="en-FR" sz="1400" kern="1200" dirty="0"/>
        </a:p>
      </dsp:txBody>
      <dsp:txXfrm>
        <a:off x="4682083" y="3598165"/>
        <a:ext cx="3308533" cy="909304"/>
      </dsp:txXfrm>
    </dsp:sp>
    <dsp:sp modelId="{AC65585D-5C85-1146-A4C2-8EE71EC7C977}">
      <dsp:nvSpPr>
        <dsp:cNvPr id="0" name=""/>
        <dsp:cNvSpPr/>
      </dsp:nvSpPr>
      <dsp:spPr>
        <a:xfrm>
          <a:off x="351625" y="2672593"/>
          <a:ext cx="1571678" cy="1571678"/>
        </a:xfrm>
        <a:prstGeom prst="ellipse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609DB9-F271-C24C-92CB-70FC944851C7}">
      <dsp:nvSpPr>
        <dsp:cNvPr id="0" name=""/>
        <dsp:cNvSpPr/>
      </dsp:nvSpPr>
      <dsp:spPr>
        <a:xfrm>
          <a:off x="2724993" y="1819598"/>
          <a:ext cx="3390287" cy="90930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7611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i="0" kern="1200" dirty="0"/>
            <a:t>Controlled Egress</a:t>
          </a:r>
          <a:endParaRPr lang="en-FR" sz="2300" kern="1200" dirty="0"/>
        </a:p>
      </dsp:txBody>
      <dsp:txXfrm>
        <a:off x="2769382" y="1863987"/>
        <a:ext cx="3301509" cy="820526"/>
      </dsp:txXfrm>
    </dsp:sp>
    <dsp:sp modelId="{A3F70925-2513-FB4C-82EB-289DECDA2CBA}">
      <dsp:nvSpPr>
        <dsp:cNvPr id="0" name=""/>
        <dsp:cNvSpPr/>
      </dsp:nvSpPr>
      <dsp:spPr>
        <a:xfrm>
          <a:off x="6115281" y="1819598"/>
          <a:ext cx="1875336" cy="9093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35560" rIns="35560" bIns="3556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i="0" kern="1200" dirty="0"/>
            <a:t>Traffic</a:t>
          </a:r>
          <a:r>
            <a:rPr lang="en-GB" sz="1400" b="0" i="0" kern="1200" dirty="0"/>
            <a:t> flows through </a:t>
          </a:r>
          <a:r>
            <a:rPr lang="en-GB" sz="1400" i="0" kern="1200" dirty="0"/>
            <a:t>Cloud NAT </a:t>
          </a:r>
          <a:r>
            <a:rPr lang="en-GB" sz="1400" b="0" i="0" kern="1200" dirty="0"/>
            <a:t>with static IPs allowlisted by SaaS providers.</a:t>
          </a:r>
          <a:endParaRPr lang="en-FR" sz="1400" kern="1200" dirty="0"/>
        </a:p>
      </dsp:txBody>
      <dsp:txXfrm>
        <a:off x="6115281" y="1819598"/>
        <a:ext cx="1875336" cy="909304"/>
      </dsp:txXfrm>
    </dsp:sp>
    <dsp:sp modelId="{34CE0AB2-E8DB-D845-B6BC-16CE1DE1CD4B}">
      <dsp:nvSpPr>
        <dsp:cNvPr id="0" name=""/>
        <dsp:cNvSpPr/>
      </dsp:nvSpPr>
      <dsp:spPr>
        <a:xfrm>
          <a:off x="1784822" y="894027"/>
          <a:ext cx="1571678" cy="1571678"/>
        </a:xfrm>
        <a:prstGeom prst="ellipse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target2">
  <dgm:title val=""/>
  <dgm:desc val=""/>
  <dgm:catLst>
    <dgm:cat type="relationship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chMax val="3"/>
      <dgm:chPref val="1"/>
      <dgm:dir/>
      <dgm:animLvl val="lvl"/>
      <dgm:resizeHandles/>
    </dgm:varLst>
    <dgm:alg type="composite">
      <dgm:param type="horzAlign" val="none"/>
      <dgm:param type="vertAlign" val="none"/>
    </dgm:alg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 ch" ptType="node node" st="1 1" cnt="1 0" func="cnt" op="gt" val="0">
            <dgm:choose name="Name5">
              <dgm:if name="Name6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2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395"/>
                  <dgm:constr type="t" for="ch" forName="centerBox" refType="h" fact="0.5"/>
                  <dgm:constr type="w" for="ch" forName="centerBox" refType="w" fact="0.55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7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2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225"/>
                  <dgm:constr type="t" for="ch" forName="centerBox" refType="h" fact="0.5"/>
                  <dgm:constr type="w" for="ch" forName="centerBox" refType="w" fact="0.72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if>
          <dgm:else name="Name8">
            <dgm:choose name="Name9">
              <dgm:if name="Name10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26"/>
                  <dgm:constr type="t" for="ch" forName="centerBox" refType="h" fact="0.5"/>
                  <dgm:constr type="w" for="ch" forName="centerBox" refType="w" fact="0.6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11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else>
        </dgm:choose>
      </dgm:if>
      <dgm:else name="Name12">
        <dgm:choose name="Name13">
          <dgm:if name="Name14" axis="ch ch" ptType="node node" st="1 1" cnt="1 0" func="cnt" op="gt" val="0">
            <dgm:choose name="Name15">
              <dgm:if name="Name16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5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17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72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if>
          <dgm:else name="Name18">
            <dgm:choose name="Name19">
              <dgm:if name="Name20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6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21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else>
        </dgm:choose>
      </dgm:else>
    </dgm:choose>
    <dgm:ruleLst/>
    <dgm:choose name="Name22">
      <dgm:if name="Name23" axis="root ch" ptType="all node" st="1 1" cnt="0 0" func="cnt" op="gte" val="1">
        <dgm:layoutNode name="outerBox" styleLbl="node1">
          <dgm:alg type="composite">
            <dgm:param type="horzAlign" val="none"/>
            <dgm:param type="vertAlign" val="none"/>
          </dgm:alg>
          <dgm:shape xmlns:r="http://schemas.openxmlformats.org/officeDocument/2006/relationships" r:blip="">
            <dgm:adjLst/>
          </dgm:shape>
          <dgm:presOf/>
          <dgm:choose name="Name24">
            <dgm:if name="Name25" axis="root ch" ptType="all node" st="1 1" cnt="0 0" func="cnt" op="gt" val="1">
              <dgm:choose name="Name26">
                <dgm:if name="Name27" func="var" arg="dir" op="equ" val="norm">
                  <dgm:constrLst>
                    <dgm:constr type="l" for="ch" forName="outerBoxParent"/>
                    <dgm:constr type="t" for="ch" forName="outerBoxParent"/>
                    <dgm:constr type="w" for="ch" forName="outerBoxParent" refType="w"/>
                    <dgm:constr type="h" for="ch" forName="outerBoxParent" refType="h"/>
                    <dgm:constr type="bMarg" for="ch" forName="outerBoxParent" refType="h" fact="2.2"/>
                    <dgm:constr type="l" for="ch" forName="outerBoxChildren" refType="w" fact="0.025"/>
                    <dgm:constr type="t" for="ch" forName="outerBoxChildren" refType="h" fact="0.25"/>
                    <dgm:constr type="w" for="ch" forName="outerBoxChildren" refType="w" fact="0.15"/>
                    <dgm:constr type="h" for="ch" forName="outerBoxChildren" refType="h" fact="0.7"/>
                  </dgm:constrLst>
                </dgm:if>
                <dgm:else name="Name28">
                  <dgm:constrLst>
                    <dgm:constr type="l" for="ch" forName="outerBoxParent"/>
                    <dgm:constr type="t" for="ch" forName="outerBoxParent"/>
                    <dgm:constr type="w" for="ch" forName="outerBoxParent" refType="w"/>
                    <dgm:constr type="h" for="ch" forName="outerBoxParent" refType="h"/>
                    <dgm:constr type="bMarg" for="ch" forName="outerBoxParent" refType="h" fact="2.2"/>
                    <dgm:constr type="l" for="ch" forName="outerBoxChildren" refType="w" fact="0.825"/>
                    <dgm:constr type="t" for="ch" forName="outerBoxChildren" refType="h" fact="0.25"/>
                    <dgm:constr type="w" for="ch" forName="outerBoxChildren" refType="w" fact="0.15"/>
                    <dgm:constr type="h" for="ch" forName="outerBoxChildren" refType="h" fact="0.7"/>
                  </dgm:constrLst>
                </dgm:else>
              </dgm:choose>
            </dgm:if>
            <dgm:else name="Name29">
              <dgm:constrLst>
                <dgm:constr type="l" for="ch" forName="outerBoxParent"/>
                <dgm:constr type="t" for="ch" forName="outerBoxParent"/>
                <dgm:constr type="w" for="ch" forName="outerBoxParent" refType="w"/>
                <dgm:constr type="h" for="ch" forName="outerBoxParent" refType="h"/>
                <dgm:constr type="bMarg" for="ch" forName="outerBoxParent" refType="h" fact="1.75"/>
                <dgm:constr type="l" for="ch" forName="outerBoxChildren" refType="w" fact="0.025"/>
                <dgm:constr type="t" for="ch" forName="outerBoxChildren" refType="h" fact="0.45"/>
                <dgm:constr type="w" for="ch" forName="outerBoxChildren" refType="w" fact="0.95"/>
                <dgm:constr type="h" for="ch" forName="outerBoxChildren" refType="h" fact="0.45"/>
              </dgm:constrLst>
            </dgm:else>
          </dgm:choose>
          <dgm:ruleLst/>
          <dgm:layoutNode name="outerBoxParent" styleLbl="node1">
            <dgm:alg type="tx">
              <dgm:param type="txAnchorVert" val="t"/>
              <dgm:param type="parTxLTRAlign" val="l"/>
              <dgm:param type="parTxRTLAlign" val="r"/>
            </dgm:alg>
            <dgm:shape xmlns:r="http://schemas.openxmlformats.org/officeDocument/2006/relationships" type="roundRect" r:blip="">
              <dgm:adjLst>
                <dgm:adj idx="1" val="0.085"/>
              </dgm:adjLst>
            </dgm:shape>
            <dgm:presOf axis="ch" ptType="node" cnt="1"/>
            <dgm:constrLst>
              <dgm:constr type="t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  <dgm:layoutNode name="outerBoxChildren">
            <dgm:choose name="Name30">
              <dgm:if name="Name31" axis="root ch" ptType="all node" st="1 1" cnt="0 0" func="cnt" op="gt" val="1">
                <dgm:alg type="lin">
                  <dgm:param type="linDir" val="fromT"/>
                  <dgm:param type="vertAlign" val="t"/>
                </dgm:alg>
              </dgm:if>
              <dgm:else name="Name32">
                <dgm:choose name="Name33">
                  <dgm:if name="Name34" func="var" arg="dir" op="equ" val="norm">
                    <dgm:alg type="lin">
                      <dgm:param type="horzAlign" val="l"/>
                    </dgm:alg>
                  </dgm:if>
                  <dgm:else name="Name35">
                    <dgm:alg type="lin">
                      <dgm:param type="linDir" val="fromR"/>
                      <dgm:param type="horz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>
              <dgm:constr type="w" for="ch" forName="oChild" refType="w"/>
              <dgm:constr type="h" for="ch" forName="oChild" refType="h"/>
            </dgm:constrLst>
            <dgm:ruleLst/>
            <dgm:forEach name="Name36" axis="ch ch" ptType="node node" st="1 1" cnt="1 0">
              <dgm:layoutNode name="oChild" styleLbl="fgAcc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05"/>
                  </dgm:adjLst>
                </dgm:shape>
                <dgm:presOf axis="desOrSelf" ptType="node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forEach name="Name37" axis="followSib" ptType="sibTrans" cnt="1">
                <dgm:layoutNode name="outerSibTrans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userA"/>
                    <dgm:constr type="w" refType="userA" fact="0.015"/>
                    <dgm:constr type="h" refType="userA" fact="0.015"/>
                  </dgm:constrLst>
                  <dgm:ruleLst/>
                </dgm:layoutNode>
              </dgm:forEach>
            </dgm:forEach>
          </dgm:layoutNode>
        </dgm:layoutNode>
      </dgm:if>
      <dgm:else name="Name38"/>
    </dgm:choose>
    <dgm:choose name="Name39">
      <dgm:if name="Name40" axis="root ch" ptType="all node" st="1 1" cnt="0 0" func="cnt" op="gte" val="2">
        <dgm:layoutNode name="middleBox">
          <dgm:alg type="composite">
            <dgm:param type="horzAlign" val="none"/>
            <dgm:param type="vertAlign" val="none"/>
          </dgm:alg>
          <dgm:shape xmlns:r="http://schemas.openxmlformats.org/officeDocument/2006/relationships" r:blip="">
            <dgm:adjLst/>
          </dgm:shape>
          <dgm:presOf/>
          <dgm:choose name="Name41">
            <dgm:if name="Name42" axis="root ch" ptType="all node" st="1 1" cnt="0 0" func="cnt" op="gt" val="2">
              <dgm:choose name="Name43">
                <dgm:if name="Name44" func="var" arg="dir" op="equ" val="norm">
                  <dgm:constrLst>
                    <dgm:constr type="l" for="ch" forName="middleBoxParent"/>
                    <dgm:constr type="t" for="ch" forName="middleBoxParent"/>
                    <dgm:constr type="w" for="ch" forName="middleBoxParent" refType="w"/>
                    <dgm:constr type="h" for="ch" forName="middleBoxParent" refType="h"/>
                    <dgm:constr type="bMarg" for="ch" forName="middleBoxParent" refType="h" fact="1.8"/>
                    <dgm:constr type="l" for="ch" forName="middleBoxChildren" refType="w" fact="0.025"/>
                    <dgm:constr type="t" for="ch" forName="middleBoxChildren" refType="h" fact="0.35"/>
                    <dgm:constr type="w" for="ch" forName="middleBoxChildren" refType="w" fact="0.2"/>
                    <dgm:constr type="h" for="ch" forName="middleBoxChildren" refType="h" fact="0.575"/>
                  </dgm:constrLst>
                </dgm:if>
                <dgm:else name="Name45">
                  <dgm:constrLst>
                    <dgm:constr type="l" for="ch" forName="middleBoxParent"/>
                    <dgm:constr type="t" for="ch" forName="middleBoxParent"/>
                    <dgm:constr type="w" for="ch" forName="middleBoxParent" refType="w"/>
                    <dgm:constr type="h" for="ch" forName="middleBoxParent" refType="h"/>
                    <dgm:constr type="bMarg" for="ch" forName="middleBoxParent" refType="h" fact="1.8"/>
                    <dgm:constr type="l" for="ch" forName="middleBoxChildren" refType="w" fact="0.775"/>
                    <dgm:constr type="t" for="ch" forName="middleBoxChildren" refType="h" fact="0.35"/>
                    <dgm:constr type="w" for="ch" forName="middleBoxChildren" refType="w" fact="0.2"/>
                    <dgm:constr type="h" for="ch" forName="middleBoxChildren" refType="h" fact="0.575"/>
                  </dgm:constrLst>
                </dgm:else>
              </dgm:choose>
            </dgm:if>
            <dgm:else name="Name46">
              <dgm:constrLst>
                <dgm:constr type="l" for="ch" forName="middleBoxParent"/>
                <dgm:constr type="t" for="ch" forName="middleBoxParent"/>
                <dgm:constr type="w" for="ch" forName="middleBoxParent" refType="w"/>
                <dgm:constr type="h" for="ch" forName="middleBoxParent" refType="h"/>
                <dgm:constr type="bMarg" for="ch" forName="middleBoxParent" refType="h" fact="1.8"/>
                <dgm:constr type="l" for="ch" forName="middleBoxChildren" refType="w" fact="0.025"/>
                <dgm:constr type="t" for="ch" forName="middleBoxChildren" refType="h" fact="0.45"/>
                <dgm:constr type="w" for="ch" forName="middleBoxChildren" refType="w" fact="0.95"/>
                <dgm:constr type="h" for="ch" forName="middleBoxChildren" refType="h" fact="0.45"/>
              </dgm:constrLst>
            </dgm:else>
          </dgm:choose>
          <dgm:ruleLst/>
          <dgm:layoutNode name="middleBoxParent" styleLbl="node1">
            <dgm:alg type="tx">
              <dgm:param type="txAnchorVert" val="t"/>
              <dgm:param type="parTxLTRAlign" val="l"/>
              <dgm:param type="parTxRTLAlign" val="r"/>
            </dgm:alg>
            <dgm:shape xmlns:r="http://schemas.openxmlformats.org/officeDocument/2006/relationships" type="roundRect" r:blip="">
              <dgm:adjLst>
                <dgm:adj idx="1" val="0.105"/>
              </dgm:adjLst>
            </dgm:shape>
            <dgm:presOf axis="ch" ptType="node" st="2" cnt="1"/>
            <dgm:constrLst>
              <dgm:constr type="t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  <dgm:layoutNode name="middleBoxChildren">
            <dgm:choose name="Name47">
              <dgm:if name="Name48" axis="root ch" ptType="all node" st="1 1" cnt="0 0" func="cnt" op="gt" val="2">
                <dgm:alg type="lin">
                  <dgm:param type="linDir" val="fromT"/>
                  <dgm:param type="vertAlign" val="t"/>
                </dgm:alg>
              </dgm:if>
              <dgm:else name="Name49">
                <dgm:choose name="Name50">
                  <dgm:if name="Name51" func="var" arg="dir" op="equ" val="norm">
                    <dgm:alg type="lin">
                      <dgm:param type="horzAlign" val="l"/>
                    </dgm:alg>
                  </dgm:if>
                  <dgm:else name="Name52">
                    <dgm:alg type="lin">
                      <dgm:param type="linDir" val="fromR"/>
                      <dgm:param type="horz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>
              <dgm:constr type="w" for="ch" forName="mChild" refType="w"/>
              <dgm:constr type="h" for="ch" forName="mChild" refType="h"/>
            </dgm:constrLst>
            <dgm:ruleLst/>
            <dgm:forEach name="Name53" axis="ch ch" ptType="node node" st="2 1" cnt="1 0">
              <dgm:layoutNode name="mChild" styleLbl="fgAcc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05"/>
                  </dgm:adjLst>
                </dgm:shape>
                <dgm:presOf axis="desOrSelf" ptType="node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forEach name="Name54" axis="followSib" ptType="sibTrans" cnt="1">
                <dgm:layoutNode name="middleSibTrans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userA"/>
                    <dgm:constr type="w" refType="userA" fact="0.015"/>
                    <dgm:constr type="h" refType="userA" fact="0.015"/>
                  </dgm:constrLst>
                  <dgm:ruleLst/>
                </dgm:layoutNode>
              </dgm:forEach>
            </dgm:forEach>
          </dgm:layoutNode>
        </dgm:layoutNode>
      </dgm:if>
      <dgm:else name="Name55"/>
    </dgm:choose>
    <dgm:choose name="Name56">
      <dgm:if name="Name57" axis="root ch" ptType="all node" st="1 1" cnt="0 0" func="cnt" op="gte" val="3">
        <dgm:layoutNode name="centerBox">
          <dgm:alg type="composite">
            <dgm:param type="horzAlign" val="none"/>
            <dgm:param type="vertAlign" val="none"/>
          </dgm:alg>
          <dgm:shape xmlns:r="http://schemas.openxmlformats.org/officeDocument/2006/relationships" r:blip="">
            <dgm:adjLst/>
          </dgm:shape>
          <dgm:presOf/>
          <dgm:choose name="Name58">
            <dgm:if name="Name59" axis="ch ch" ptType="node node" st="3 1" cnt="1 0" func="cnt" op="gt" val="0">
              <dgm:constrLst>
                <dgm:constr type="l" for="ch" forName="centerBoxParent"/>
                <dgm:constr type="t" for="ch" forName="centerBoxParent"/>
                <dgm:constr type="w" for="ch" forName="centerBoxParent" refType="w"/>
                <dgm:constr type="h" for="ch" forName="centerBoxParent" refType="h"/>
                <dgm:constr type="bMarg" for="ch" forName="centerBoxParent" refType="h" fact="1.6"/>
                <dgm:constr type="l" for="ch" forName="centerBoxChildren" refType="w" fact="0.025"/>
                <dgm:constr type="t" for="ch" forName="centerBoxChildren" refType="h" fact="0.45"/>
                <dgm:constr type="w" for="ch" forName="centerBoxChildren" refType="w" fact="0.95"/>
                <dgm:constr type="h" for="ch" forName="centerBoxChildren" refType="h" fact="0.45"/>
              </dgm:constrLst>
            </dgm:if>
            <dgm:else name="Name60">
              <dgm:constrLst>
                <dgm:constr type="l" for="ch" forName="centerBoxParent"/>
                <dgm:constr type="t" for="ch" forName="centerBoxParent"/>
                <dgm:constr type="w" for="ch" forName="centerBoxParent" refType="w"/>
                <dgm:constr type="h" for="ch" forName="centerBoxParent" refType="h"/>
              </dgm:constrLst>
            </dgm:else>
          </dgm:choose>
          <dgm:ruleLst/>
          <dgm:layoutNode name="centerBoxParent" styleLbl="node1">
            <dgm:alg type="tx">
              <dgm:param type="txAnchorVert" val="t"/>
              <dgm:param type="parTxLTRAlign" val="l"/>
              <dgm:param type="parTxRTLAlign" val="r"/>
            </dgm:alg>
            <dgm:shape xmlns:r="http://schemas.openxmlformats.org/officeDocument/2006/relationships" type="roundRect" r:blip="">
              <dgm:adjLst>
                <dgm:adj idx="1" val="0.105"/>
              </dgm:adjLst>
            </dgm:shape>
            <dgm:presOf axis="ch" ptType="node" st="3" cnt="1"/>
            <dgm:constrLst>
              <dgm:constr type="t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  <dgm:choose name="Name61">
            <dgm:if name="Name62" axis="ch ch" ptType="node node" st="3 1" cnt="1 0" func="cnt" op="gt" val="0">
              <dgm:layoutNode name="centerBoxChildren">
                <dgm:choose name="Name63">
                  <dgm:if name="Name64" func="var" arg="dir" op="equ" val="norm">
                    <dgm:alg type="lin">
                      <dgm:param type="horzAlign" val="l"/>
                    </dgm:alg>
                  </dgm:if>
                  <dgm:else name="Name65">
                    <dgm:alg type="lin">
                      <dgm:param type="linDir" val="fromR"/>
                      <dgm:param type="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cChild" refType="w"/>
                  <dgm:constr type="h" for="ch" forName="cChild" refType="h"/>
                </dgm:constrLst>
                <dgm:ruleLst/>
                <dgm:forEach name="Name66" axis="ch ch" ptType="node node" st="3 1" cnt="1 0">
                  <dgm:layoutNode name="cChild" styleLbl="fgAcc1">
                    <dgm:varLst>
                      <dgm:bulletEnabled val="1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05"/>
                      </dgm:adjLst>
                    </dgm:shape>
                    <dgm:presOf axis="desOrSelf" ptType="node"/>
                    <dgm:constrLst>
                      <dgm:constr type="tMarg" refType="primFontSz" fact="0.3"/>
                      <dgm:constr type="bMarg" refType="primFontSz" fact="0.3"/>
                      <dgm:constr type="lMarg" refType="primFontSz" fact="0.3"/>
                      <dgm:constr type="rMarg" refType="primFontSz" fact="0.3"/>
                    </dgm:constrLst>
                    <dgm:ruleLst>
                      <dgm:rule type="primFontSz" val="5" fact="NaN" max="NaN"/>
                    </dgm:ruleLst>
                  </dgm:layoutNode>
                  <dgm:forEach name="Name67" axis="followSib" ptType="sibTrans" cnt="1">
                    <dgm:layoutNode name="centerSibTrans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  <dgm:constrLst>
                        <dgm:constr type="userA"/>
                        <dgm:constr type="w" refType="userA" fact="0.015"/>
                        <dgm:constr type="h" refType="userA" fact="0.015"/>
                      </dgm:constrLst>
                      <dgm:ruleLst/>
                    </dgm:layoutNode>
                  </dgm:forEach>
                </dgm:forEach>
              </dgm:layoutNode>
            </dgm:if>
            <dgm:else name="Name68"/>
          </dgm:choose>
        </dgm:layoutNode>
      </dgm:if>
      <dgm:else name="Name69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6/7/layout/VerticalDownArrowProcess">
  <dgm:title val="Vertical Down Arrow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36"/>
      <dgm:constr type="primFontSz" for="des" forName="parentTextArrow" refType="primFontSz" refFor="des" refForName="parentTextBox" op="equ"/>
      <dgm:constr type="primFontSz" for="des" forName="descendantArrow" val="24"/>
      <dgm:constr type="primFontSz" for="des" forName="descendantArrow" refType="primFontSz" refFor="des" refForName="parentTextArrow" op="lte"/>
      <dgm:constr type="primFontSz" for="des" forName="descendantBox" refType="primFontSz" refFor="des" refForName="parentTextArrow" op="lte"/>
      <dgm:constr type="primFontSz" for="des" forName="descendantBox" refType="primFontSz" refFor="des" refForName="parentTextBox" op="lte"/>
      <dgm:constr type="primFontSz" for="des" forName="descendantArrow" refType="primFontSz" refFor="des" refForName="parentTextBox" op="lte"/>
      <dgm:constr type="primFontSz" for="des" forName="descendantBox" refType="primFontSz" refFor="des" refForName="descendan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Box" refType="w" fact="0.25"/>
              <dgm:constr type="h" for="ch" forName="parentTextBox" refType="h"/>
              <dgm:constr type="t" for="ch" forName="parentTextBox"/>
              <dgm:constr type="w" for="ch" forName="descendantBox" refType="w" fact="0.75"/>
              <dgm:constr type="l" for="ch" forName="descendantBox" refType="w" fact="0.25"/>
              <dgm:constr type="b" for="ch" forName="descendantBox" refType="h"/>
              <dgm:constr type="h" for="ch" forName="descendantBox" refType="h"/>
            </dgm:constrLst>
            <dgm:ruleLst/>
            <dgm:layoutNode name="parentTextBox" styleLbl="alignNode1">
              <dgm:alg type="tx"/>
              <dgm:shape xmlns:r="http://schemas.openxmlformats.org/officeDocument/2006/relationships" type="rect" r:blip="">
                <dgm:adjLst/>
              </dgm:shap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descendantBox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presOf axis="des" ptType="node"/>
              <dgm:ruleLst>
                <dgm:rule type="primFontSz" val="11" fact="NaN" max="NaN"/>
              </dgm:ruleLst>
            </dgm:layoutNod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Arrow" refType="w" fact="0.25"/>
              <dgm:constr type="t" for="ch" forName="parentTextArrow"/>
              <dgm:constr type="h" for="ch" forName="parentTextArrow" refType="h" fact="0.65"/>
              <dgm:constr type="w" for="ch" forName="arrow" refType="w" fact="0.25"/>
              <dgm:constr type="h" for="ch" forName="arrow" refType="h"/>
              <dgm:constr type="l" for="ch" forName="descendantArrow" refType="w" fact="0.25"/>
              <dgm:constr type="w" for="ch" forName="descendantArrow" refType="w" fact="0.75"/>
              <dgm:constr type="b" for="ch" forName="descendantArrow" refType="h" fact="0.65"/>
              <dgm:constr type="h" for="ch" forName="descendantArrow" refType="h" fact="0.65"/>
            </dgm:constrLst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arrow" styleLbl="alignNode1">
              <dgm:alg type="sp"/>
              <dgm:shape xmlns:r="http://schemas.openxmlformats.org/officeDocument/2006/relationships" rot="180" type="upArrowCallout" r:blip="">
                <dgm:adjLst>
                  <dgm:adj idx="1" val="0.05"/>
                  <dgm:adj idx="2" val="0.1"/>
                  <dgm:adj idx="3" val="0.15"/>
                </dgm:adjLst>
              </dgm:shape>
              <dgm:presOf axis="self"/>
              <dgm:constrLst/>
              <dgm:ruleLst/>
            </dgm:layoutNode>
            <dgm:layoutNode name="descendantArrow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ruleLst>
                <dgm:rule type="primFontSz" val="11" fact="NaN" max="NaN"/>
              </dgm:ruleLst>
            </dgm:layoutNod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AscendingPictureAccentProcess">
  <dgm:title val=""/>
  <dgm:desc val=""/>
  <dgm:catLst>
    <dgm:cat type="process" pri="22500"/>
    <dgm:cat type="picture" pri="16000"/>
    <dgm:cat type="pictureconvert" pri="1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shape xmlns:r="http://schemas.openxmlformats.org/officeDocument/2006/relationships" r:blip="">
      <dgm:adjLst/>
    </dgm:shape>
    <dgm:choose name="Name1">
      <dgm:if name="Name2" axis="ch" ptType="node" func="cnt" op="equ" val="1">
        <dgm:choose name="Name3">
          <dgm:if name="Name4" func="var" arg="dir" op="equ" val="norm">
            <dgm:choose name="Name5">
              <dgm:if name="Name6" axis="des" func="maxDepth" op="gt" val="1">
                <dgm:alg type="composite">
                  <dgm:param type="ar" val="2.7"/>
                </dgm:alg>
                <dgm:constrLst>
                  <dgm:constr type="primFontSz" for="ch" forName="parTx1" op="equ" val="65"/>
                  <dgm:constr type="primFontSz" for="ch" forName="desTx1" op="equ" val="65"/>
                  <dgm:constr type="userD" refType="w" fact="0.0247"/>
                  <dgm:constr type="l" for="ch" forName="parTx1" refType="w" fact="0.2711"/>
                  <dgm:constr type="t" for="ch" forName="parTx1" refType="h" fact="0.9603"/>
                  <dgm:constr type="w" for="ch" forName="parTx1" refType="w" fact="0.5325"/>
                  <dgm:constr type="h" for="ch" forName="parTx1" refType="h" fact="0.3856"/>
                  <dgm:constr type="ctrX" for="ch" forName="picture1" refType="w" fact="0.2469"/>
                  <dgm:constr type="ctrY" for="ch" forName="picture1" refType="h" fact="0.9"/>
                  <dgm:constr type="w" for="ch" forName="picture1" refType="w" fact="0.2469"/>
                  <dgm:constr type="h" for="ch" forName="picture1" refType="h" fact="0.6667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</dgm:constrLst>
              </dgm:if>
              <dgm:else name="Name7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userD" refType="w" fact="0.0333"/>
                  <dgm:constr type="l" for="ch" forName="parTx1" refType="w" fact="0.366"/>
                  <dgm:constr type="t" for="ch" forName="parTx1" refType="h" fact="0.7113"/>
                  <dgm:constr type="w" for="ch" forName="parTx1" refType="w" fact="0.7189"/>
                  <dgm:constr type="h" for="ch" forName="parTx1" refType="h" fact="0.3856"/>
                  <dgm:constr type="ctrX" for="ch" forName="picture1" refType="w" fact="0.3333"/>
                  <dgm:constr type="ctrY" for="ch" forName="picture1" refType="h" fact="0.6667"/>
                  <dgm:constr type="w" for="ch" forName="picture1" refType="w" fact="0.3333"/>
                  <dgm:constr type="h" for="ch" forName="picture1" refType="h" fact="0.6667"/>
                </dgm:constrLst>
              </dgm:else>
            </dgm:choose>
          </dgm:if>
          <dgm:else name="Name8">
            <dgm:choose name="Name9">
              <dgm:if name="Name10" axis="des" func="maxDepth" op="gt" val="1">
                <dgm:alg type="composite">
                  <dgm:param type="ar" val="2.7"/>
                </dgm:alg>
                <dgm:constrLst>
                  <dgm:constr type="primFontSz" for="ch" forName="parTx1" op="equ" val="65"/>
                  <dgm:constr type="primFontSz" for="ch" forName="desTx1" op="equ" val="65"/>
                  <dgm:constr type="userD" refType="w" fact="0.0247"/>
                  <dgm:constr type="r" for="ch" forName="parTx1" refType="w" fact="0.7289"/>
                  <dgm:constr type="t" for="ch" forName="parTx1" refType="h" fact="0.9603"/>
                  <dgm:constr type="w" for="ch" forName="parTx1" refType="w" fact="0.5325"/>
                  <dgm:constr type="h" for="ch" forName="parTx1" refType="h" fact="0.3856"/>
                  <dgm:constr type="ctrX" for="ch" forName="picture1" refType="w" fact="0.7531"/>
                  <dgm:constr type="ctrY" for="ch" forName="picture1" refType="h" fact="0.9"/>
                  <dgm:constr type="w" for="ch" forName="picture1" refType="w" fact="0.2469"/>
                  <dgm:constr type="h" for="ch" forName="picture1" refType="h" fact="0.6667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</dgm:constrLst>
              </dgm:if>
              <dgm:else name="Name11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userD" refType="w" fact="0.0333"/>
                  <dgm:constr type="r" for="ch" forName="parTx1" refType="w" fact="0.634"/>
                  <dgm:constr type="t" for="ch" forName="parTx1" refType="h" fact="0.7113"/>
                  <dgm:constr type="w" for="ch" forName="parTx1" refType="w" fact="0.7189"/>
                  <dgm:constr type="h" for="ch" forName="parTx1" refType="h" fact="0.3856"/>
                  <dgm:constr type="ctrX" for="ch" forName="picture1" refType="w" fact="0.6667"/>
                  <dgm:constr type="ctrY" for="ch" forName="picture1" refType="h" fact="0.6667"/>
                  <dgm:constr type="w" for="ch" forName="picture1" refType="w" fact="0.3333"/>
                  <dgm:constr type="h" for="ch" forName="picture1" refType="h" fact="0.6667"/>
                </dgm:constrLst>
              </dgm:else>
            </dgm:choose>
          </dgm:else>
        </dgm:choose>
      </dgm:if>
      <dgm:if name="Name12" axis="ch" ptType="node" func="cnt" op="equ" val="2">
        <dgm:choose name="Name13">
          <dgm:if name="Name14" func="var" arg="dir" op="equ" val="norm">
            <dgm:choose name="Name15">
              <dgm:if name="Name16" axis="des" func="maxDepth" op="gt" val="1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userD" refType="w" fact="0.0188"/>
                  <dgm:constr type="ctrX" for="ch" forName="dot1" refType="w" fact="0.3221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3056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2859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3095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3346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3597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3848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41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3597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3597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l" for="ch" forName="parTx1" refType="w" fact="0.197"/>
                  <dgm:constr type="t" for="ch" forName="parTx1" refType="h" fact="0.8169"/>
                  <dgm:constr type="w" for="ch" forName="parTx1" refType="w" fact="0.4064"/>
                  <dgm:constr type="h" for="ch" forName="parTx1" refType="h" fact="0.218"/>
                  <dgm:constr type="ctrX" for="ch" forName="picture1" refType="w" fact="0.1785"/>
                  <dgm:constr type="ctrY" for="ch" forName="picture1" refType="h" fact="0.7834"/>
                  <dgm:constr type="w" for="ch" forName="picture1" refType="w" fact="0.1884"/>
                  <dgm:constr type="h" for="ch" forName="picture1" refType="h" fact="0.3768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3688"/>
                  <dgm:constr type="t" for="ch" forName="parTx2" refType="h" fact="0.3905"/>
                  <dgm:constr type="w" for="ch" forName="parTx2" refType="w" fact="0.4064"/>
                  <dgm:constr type="h" for="ch" forName="parTx2" refType="h" fact="0.218"/>
                  <dgm:constr type="ctrX" for="ch" forName="picture2" refType="w" fact="0.3503"/>
                  <dgm:constr type="ctrY" for="ch" forName="picture2" refType="h" fact="0.357"/>
                  <dgm:constr type="w" for="ch" forName="picture2" refType="w" fact="0.1884"/>
                  <dgm:constr type="h" for="ch" forName="picture2" refType="h" fact="0.3768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</dgm:constrLst>
              </dgm:if>
              <dgm:else name="Name17">
                <dgm:alg type="composite">
                  <dgm:param type="ar" val="1.507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userD" refType="w" fact="0.025"/>
                  <dgm:constr type="ctrX" for="ch" forName="dot1" refType="w" fact="0.4274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4055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3794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4106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444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4773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5106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544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4773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4773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l" for="ch" forName="parTx1" refType="w" fact="0.2614"/>
                  <dgm:constr type="t" for="ch" forName="parTx1" refType="h" fact="0.8086"/>
                  <dgm:constr type="w" for="ch" forName="parTx1" refType="w" fact="0.5392"/>
                  <dgm:constr type="h" for="ch" forName="parTx1" refType="h" fact="0.218"/>
                  <dgm:constr type="ctrX" for="ch" forName="picture1" refType="w" fact="0.2369"/>
                  <dgm:constr type="ctrY" for="ch" forName="picture1" refType="h" fact="0.7834"/>
                  <dgm:constr type="w" for="ch" forName="picture1" refType="w" fact="0.25"/>
                  <dgm:constr type="h" for="ch" forName="picture1" refType="h" fact="0.3768"/>
                  <dgm:constr type="l" for="ch" forName="parTx2" refType="w" fact="0.4893"/>
                  <dgm:constr type="t" for="ch" forName="parTx2" refType="h" fact="0.3822"/>
                  <dgm:constr type="w" for="ch" forName="parTx2" refType="w" fact="0.5392"/>
                  <dgm:constr type="h" for="ch" forName="parTx2" refType="h" fact="0.218"/>
                  <dgm:constr type="ctrX" for="ch" forName="picture2" refType="w" fact="0.4648"/>
                  <dgm:constr type="ctrY" for="ch" forName="picture2" refType="h" fact="0.357"/>
                  <dgm:constr type="w" for="ch" forName="picture2" refType="w" fact="0.25"/>
                  <dgm:constr type="h" for="ch" forName="picture2" refType="h" fact="0.3768"/>
                </dgm:constrLst>
              </dgm:else>
            </dgm:choose>
          </dgm:if>
          <dgm:else name="Name18">
            <dgm:choose name="Name19">
              <dgm:if name="Name20" axis="des" func="maxDepth" op="gt" val="1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userD" refType="w" fact="0.0188"/>
                  <dgm:constr type="ctrX" for="ch" forName="dot1" refType="w" fact="0.6779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6944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7141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6905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6654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6403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6152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59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6403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6403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r" for="ch" forName="parTx1" refType="w" fact="0.803"/>
                  <dgm:constr type="t" for="ch" forName="parTx1" refType="h" fact="0.8169"/>
                  <dgm:constr type="w" for="ch" forName="parTx1" refType="w" fact="0.4064"/>
                  <dgm:constr type="h" for="ch" forName="parTx1" refType="h" fact="0.218"/>
                  <dgm:constr type="ctrX" for="ch" forName="picture1" refType="w" fact="0.8215"/>
                  <dgm:constr type="ctrY" for="ch" forName="picture1" refType="h" fact="0.7834"/>
                  <dgm:constr type="w" for="ch" forName="picture1" refType="w" fact="0.1884"/>
                  <dgm:constr type="h" for="ch" forName="picture1" refType="h" fact="0.3768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6312"/>
                  <dgm:constr type="t" for="ch" forName="parTx2" refType="h" fact="0.3905"/>
                  <dgm:constr type="w" for="ch" forName="parTx2" refType="w" fact="0.4064"/>
                  <dgm:constr type="h" for="ch" forName="parTx2" refType="h" fact="0.218"/>
                  <dgm:constr type="ctrX" for="ch" forName="picture2" refType="w" fact="0.6497"/>
                  <dgm:constr type="ctrY" for="ch" forName="picture2" refType="h" fact="0.357"/>
                  <dgm:constr type="w" for="ch" forName="picture2" refType="w" fact="0.1884"/>
                  <dgm:constr type="h" for="ch" forName="picture2" refType="h" fact="0.3768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</dgm:constrLst>
              </dgm:if>
              <dgm:else name="Name21">
                <dgm:alg type="composite">
                  <dgm:param type="ar" val="1.507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userD" refType="w" fact="0.025"/>
                  <dgm:constr type="ctrX" for="ch" forName="dot1" refType="w" fact="0.5726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5945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6206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5894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556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5227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4894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456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5227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5227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r" for="ch" forName="parTx1" refType="w" fact="0.7386"/>
                  <dgm:constr type="t" for="ch" forName="parTx1" refType="h" fact="0.8086"/>
                  <dgm:constr type="w" for="ch" forName="parTx1" refType="w" fact="0.5392"/>
                  <dgm:constr type="h" for="ch" forName="parTx1" refType="h" fact="0.218"/>
                  <dgm:constr type="ctrX" for="ch" forName="picture1" refType="w" fact="0.7631"/>
                  <dgm:constr type="ctrY" for="ch" forName="picture1" refType="h" fact="0.7834"/>
                  <dgm:constr type="w" for="ch" forName="picture1" refType="w" fact="0.25"/>
                  <dgm:constr type="h" for="ch" forName="picture1" refType="h" fact="0.3768"/>
                  <dgm:constr type="r" for="ch" forName="parTx2" refType="w" fact="0.5107"/>
                  <dgm:constr type="t" for="ch" forName="parTx2" refType="h" fact="0.3822"/>
                  <dgm:constr type="w" for="ch" forName="parTx2" refType="w" fact="0.5392"/>
                  <dgm:constr type="h" for="ch" forName="parTx2" refType="h" fact="0.218"/>
                  <dgm:constr type="ctrX" for="ch" forName="picture2" refType="w" fact="0.5352"/>
                  <dgm:constr type="ctrY" for="ch" forName="picture2" refType="h" fact="0.357"/>
                  <dgm:constr type="w" for="ch" forName="picture2" refType="w" fact="0.25"/>
                  <dgm:constr type="h" for="ch" forName="picture2" refType="h" fact="0.3768"/>
                </dgm:constrLst>
              </dgm:else>
            </dgm:choose>
          </dgm:else>
        </dgm:choose>
      </dgm:if>
      <dgm:if name="Name22" axis="ch" ptType="node" func="cnt" op="equ" val="3">
        <dgm:choose name="Name23">
          <dgm:if name="Name24" func="var" arg="dir" op="equ" val="norm">
            <dgm:choose name="Name25">
              <dgm:if name="Name26" axis="des" func="maxDepth" op="gt" val="1">
                <dgm:alg type="composite">
                  <dgm:param type="ar" val="1.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userD" refType="w" fact="0.0162"/>
                  <dgm:constr type="ctrX" for="ch" forName="dot1" refType="w" fact="0.2981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2676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2357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4445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4323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4236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446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4685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491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5135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4685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4685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l" for="ch" forName="parTx1" refType="w" fact="0.1487"/>
                  <dgm:constr type="t" for="ch" forName="parTx1" refType="h" fact="0.8596"/>
                  <dgm:constr type="w" for="ch" forName="parTx1" refType="w" fact="0.3491"/>
                  <dgm:constr type="h" for="ch" forName="parTx1" refType="h" fact="0.1638"/>
                  <dgm:constr type="ctrX" for="ch" forName="picture1" refType="w" fact="0.1328"/>
                  <dgm:constr type="ctrY" for="ch" forName="picture1" refType="h" fact="0.8361"/>
                  <dgm:constr type="w" for="ch" forName="picture1" refType="w" fact="0.1618"/>
                  <dgm:constr type="h" for="ch" forName="picture1" refType="h" fact="0.2832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3732"/>
                  <dgm:constr type="t" for="ch" forName="parTx2" refType="h" fact="0.6469"/>
                  <dgm:constr type="w" for="ch" forName="parTx2" refType="w" fact="0.3491"/>
                  <dgm:constr type="h" for="ch" forName="parTx2" refType="h" fact="0.1638"/>
                  <dgm:constr type="ctrX" for="ch" forName="picture2" refType="w" fact="0.3573"/>
                  <dgm:constr type="ctrY" for="ch" forName="picture2" refType="h" fact="0.6234"/>
                  <dgm:constr type="w" for="ch" forName="picture2" refType="w" fact="0.1618"/>
                  <dgm:constr type="h" for="ch" forName="picture2" refType="h" fact="0.2832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4763"/>
                  <dgm:constr type="t" for="ch" forName="parTx3" refType="h" fact="0.3243"/>
                  <dgm:constr type="w" for="ch" forName="parTx3" refType="w" fact="0.3491"/>
                  <dgm:constr type="h" for="ch" forName="parTx3" refType="h" fact="0.1638"/>
                  <dgm:constr type="ctrX" for="ch" forName="picture3" refType="w" fact="0.4604"/>
                  <dgm:constr type="ctrY" for="ch" forName="picture3" refType="h" fact="0.3008"/>
                  <dgm:constr type="w" for="ch" forName="picture3" refType="w" fact="0.1618"/>
                  <dgm:constr type="h" for="ch" forName="picture3" refType="h" fact="0.2832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</dgm:constrLst>
              </dgm:if>
              <dgm:else name="Name27">
                <dgm:alg type="composite">
                  <dgm:param type="ar" val="1.416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userD" refType="w" fact="0.02"/>
                  <dgm:constr type="ctrX" for="ch" forName="dot1" refType="w" fact="0.3684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3307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2912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5494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5342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5234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5512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579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6068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6346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579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579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l" for="ch" forName="parTx1" refType="w" fact="0.1837"/>
                  <dgm:constr type="t" for="ch" forName="parTx1" refType="h" fact="0.8551"/>
                  <dgm:constr type="w" for="ch" forName="parTx1" refType="w" fact="0.4314"/>
                  <dgm:constr type="h" for="ch" forName="parTx1" refType="h" fact="0.1638"/>
                  <dgm:constr type="ctrX" for="ch" forName="picture1" refType="w" fact="0.1641"/>
                  <dgm:constr type="ctrY" for="ch" forName="picture1" refType="h" fact="0.8361"/>
                  <dgm:constr type="w" for="ch" forName="picture1" refType="w" fact="0.2"/>
                  <dgm:constr type="h" for="ch" forName="picture1" refType="h" fact="0.2832"/>
                  <dgm:constr type="l" for="ch" forName="parTx2" refType="w" fact="0.4612"/>
                  <dgm:constr type="t" for="ch" forName="parTx2" refType="h" fact="0.6424"/>
                  <dgm:constr type="w" for="ch" forName="parTx2" refType="w" fact="0.4314"/>
                  <dgm:constr type="h" for="ch" forName="parTx2" refType="h" fact="0.1638"/>
                  <dgm:constr type="ctrX" for="ch" forName="picture2" refType="w" fact="0.4416"/>
                  <dgm:constr type="ctrY" for="ch" forName="picture2" refType="h" fact="0.6234"/>
                  <dgm:constr type="w" for="ch" forName="picture2" refType="w" fact="0.2"/>
                  <dgm:constr type="h" for="ch" forName="picture2" refType="h" fact="0.2832"/>
                  <dgm:constr type="l" for="ch" forName="parTx3" refType="w" fact="0.5886"/>
                  <dgm:constr type="t" for="ch" forName="parTx3" refType="h" fact="0.3198"/>
                  <dgm:constr type="w" for="ch" forName="parTx3" refType="w" fact="0.4314"/>
                  <dgm:constr type="h" for="ch" forName="parTx3" refType="h" fact="0.1638"/>
                  <dgm:constr type="ctrX" for="ch" forName="picture3" refType="w" fact="0.569"/>
                  <dgm:constr type="ctrY" for="ch" forName="picture3" refType="h" fact="0.3008"/>
                  <dgm:constr type="w" for="ch" forName="picture3" refType="w" fact="0.2"/>
                  <dgm:constr type="h" for="ch" forName="picture3" refType="h" fact="0.2832"/>
                </dgm:constrLst>
              </dgm:else>
            </dgm:choose>
          </dgm:if>
          <dgm:else name="Name28">
            <dgm:choose name="Name29">
              <dgm:if name="Name30" axis="des" func="maxDepth" op="gt" val="1">
                <dgm:alg type="composite">
                  <dgm:param type="ar" val="1.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userD" refType="w" fact="0.0162"/>
                  <dgm:constr type="ctrX" for="ch" forName="dot1" refType="w" fact="0.7019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7324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7643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5555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5677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5764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554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5315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509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4865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5315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5315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r" for="ch" forName="parTx1" refType="w" fact="0.8513"/>
                  <dgm:constr type="t" for="ch" forName="parTx1" refType="h" fact="0.8596"/>
                  <dgm:constr type="w" for="ch" forName="parTx1" refType="w" fact="0.3491"/>
                  <dgm:constr type="h" for="ch" forName="parTx1" refType="h" fact="0.1638"/>
                  <dgm:constr type="ctrX" for="ch" forName="picture1" refType="w" fact="0.8672"/>
                  <dgm:constr type="ctrY" for="ch" forName="picture1" refType="h" fact="0.8361"/>
                  <dgm:constr type="w" for="ch" forName="picture1" refType="w" fact="0.1618"/>
                  <dgm:constr type="h" for="ch" forName="picture1" refType="h" fact="0.2832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6268"/>
                  <dgm:constr type="t" for="ch" forName="parTx2" refType="h" fact="0.6469"/>
                  <dgm:constr type="w" for="ch" forName="parTx2" refType="w" fact="0.3491"/>
                  <dgm:constr type="h" for="ch" forName="parTx2" refType="h" fact="0.1638"/>
                  <dgm:constr type="ctrX" for="ch" forName="picture2" refType="w" fact="0.6427"/>
                  <dgm:constr type="ctrY" for="ch" forName="picture2" refType="h" fact="0.6234"/>
                  <dgm:constr type="w" for="ch" forName="picture2" refType="w" fact="0.1618"/>
                  <dgm:constr type="h" for="ch" forName="picture2" refType="h" fact="0.2832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5237"/>
                  <dgm:constr type="t" for="ch" forName="parTx3" refType="h" fact="0.3243"/>
                  <dgm:constr type="w" for="ch" forName="parTx3" refType="w" fact="0.3491"/>
                  <dgm:constr type="h" for="ch" forName="parTx3" refType="h" fact="0.1638"/>
                  <dgm:constr type="ctrX" for="ch" forName="picture3" refType="w" fact="0.5396"/>
                  <dgm:constr type="ctrY" for="ch" forName="picture3" refType="h" fact="0.3008"/>
                  <dgm:constr type="w" for="ch" forName="picture3" refType="w" fact="0.1618"/>
                  <dgm:constr type="h" for="ch" forName="picture3" refType="h" fact="0.2832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</dgm:constrLst>
              </dgm:if>
              <dgm:else name="Name31">
                <dgm:alg type="composite">
                  <dgm:param type="ar" val="1.416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userD" refType="w" fact="0.02"/>
                  <dgm:constr type="ctrX" for="ch" forName="dot1" refType="w" fact="0.6316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6693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7088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4506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4658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4766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4488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421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3932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3654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421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421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r" for="ch" forName="parTx1" refType="w" fact="0.8163"/>
                  <dgm:constr type="t" for="ch" forName="parTx1" refType="h" fact="0.8551"/>
                  <dgm:constr type="w" for="ch" forName="parTx1" refType="w" fact="0.4314"/>
                  <dgm:constr type="h" for="ch" forName="parTx1" refType="h" fact="0.1638"/>
                  <dgm:constr type="ctrX" for="ch" forName="picture1" refType="w" fact="0.8359"/>
                  <dgm:constr type="ctrY" for="ch" forName="picture1" refType="h" fact="0.8361"/>
                  <dgm:constr type="w" for="ch" forName="picture1" refType="w" fact="0.2"/>
                  <dgm:constr type="h" for="ch" forName="picture1" refType="h" fact="0.2832"/>
                  <dgm:constr type="r" for="ch" forName="parTx2" refType="w" fact="0.5388"/>
                  <dgm:constr type="t" for="ch" forName="parTx2" refType="h" fact="0.6424"/>
                  <dgm:constr type="w" for="ch" forName="parTx2" refType="w" fact="0.4314"/>
                  <dgm:constr type="h" for="ch" forName="parTx2" refType="h" fact="0.1638"/>
                  <dgm:constr type="ctrX" for="ch" forName="picture2" refType="w" fact="0.5584"/>
                  <dgm:constr type="ctrY" for="ch" forName="picture2" refType="h" fact="0.6234"/>
                  <dgm:constr type="w" for="ch" forName="picture2" refType="w" fact="0.2"/>
                  <dgm:constr type="h" for="ch" forName="picture2" refType="h" fact="0.2832"/>
                  <dgm:constr type="r" for="ch" forName="parTx3" refType="w" fact="0.4114"/>
                  <dgm:constr type="t" for="ch" forName="parTx3" refType="h" fact="0.3198"/>
                  <dgm:constr type="w" for="ch" forName="parTx3" refType="w" fact="0.4314"/>
                  <dgm:constr type="h" for="ch" forName="parTx3" refType="h" fact="0.1638"/>
                  <dgm:constr type="ctrX" for="ch" forName="picture3" refType="w" fact="0.431"/>
                  <dgm:constr type="ctrY" for="ch" forName="picture3" refType="h" fact="0.3008"/>
                  <dgm:constr type="w" for="ch" forName="picture3" refType="w" fact="0.2"/>
                  <dgm:constr type="h" for="ch" forName="picture3" refType="h" fact="0.2832"/>
                </dgm:constrLst>
              </dgm:else>
            </dgm:choose>
          </dgm:else>
        </dgm:choose>
      </dgm:if>
      <dgm:if name="Name32" axis="ch" ptType="node" func="cnt" op="equ" val="4">
        <dgm:choose name="Name33">
          <dgm:if name="Name34" func="var" arg="dir" op="equ" val="norm">
            <dgm:choose name="Name35">
              <dgm:if name="Name36" axis="des" func="maxDepth" op="gt" val="1">
                <dgm:alg type="composite">
                  <dgm:param type="ar" val="1.5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userD" refType="w" fact="0.0136"/>
                  <dgm:constr type="ctrX" for="ch" forName="dot1" refType="w" fact="0.3253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2949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2635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2313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4675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5486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5267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5462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5657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5851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6046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5657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5657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l" for="ch" forName="parTx1" refType="w" fact="0.1466"/>
                  <dgm:constr type="t" for="ch" forName="parTx1" refType="h" fact="0.9095"/>
                  <dgm:constr type="w" for="ch" forName="parTx1" refType="w" fact="0.294"/>
                  <dgm:constr type="h" for="ch" forName="parTx1" refType="h" fact="0.1222"/>
                  <dgm:constr type="ctrX" for="ch" forName="picture1" refType="w" fact="0.1333"/>
                  <dgm:constr type="ctrY" for="ch" forName="picture1" refType="h" fact="0.8922"/>
                  <dgm:constr type="w" for="ch" forName="picture1" refType="w" fact="0.1363"/>
                  <dgm:constr type="h" for="ch" forName="picture1" refType="h" fact="0.2113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4105"/>
                  <dgm:constr type="t" for="ch" forName="parTx2" refType="h" fact="0.762"/>
                  <dgm:constr type="w" for="ch" forName="parTx2" refType="w" fact="0.294"/>
                  <dgm:constr type="h" for="ch" forName="parTx2" refType="h" fact="0.1222"/>
                  <dgm:constr type="ctrX" for="ch" forName="picture2" refType="w" fact="0.3972"/>
                  <dgm:constr type="ctrY" for="ch" forName="picture2" refType="h" fact="0.7447"/>
                  <dgm:constr type="w" for="ch" forName="picture2" refType="w" fact="0.1363"/>
                  <dgm:constr type="h" for="ch" forName="picture2" refType="h" fact="0.2113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229"/>
                  <dgm:constr type="t" for="ch" forName="parTx3" refType="h" fact="0.5294"/>
                  <dgm:constr type="w" for="ch" forName="parTx3" refType="w" fact="0.294"/>
                  <dgm:constr type="h" for="ch" forName="parTx3" refType="h" fact="0.1222"/>
                  <dgm:constr type="ctrX" for="ch" forName="picture3" refType="w" fact="0.5095"/>
                  <dgm:constr type="ctrY" for="ch" forName="picture3" refType="h" fact="0.5121"/>
                  <dgm:constr type="w" for="ch" forName="picture3" refType="w" fact="0.1363"/>
                  <dgm:constr type="h" for="ch" forName="picture3" refType="h" fact="0.2113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5722"/>
                  <dgm:constr type="t" for="ch" forName="parTx4" refType="h" fact="0.2523"/>
                  <dgm:constr type="w" for="ch" forName="parTx4" refType="w" fact="0.294"/>
                  <dgm:constr type="h" for="ch" forName="parTx4" refType="h" fact="0.1222"/>
                  <dgm:constr type="ctrX" for="ch" forName="picture4" refType="w" fact="0.5588"/>
                  <dgm:constr type="ctrY" for="ch" forName="picture4" refType="h" fact="0.235"/>
                  <dgm:constr type="w" for="ch" forName="picture4" refType="w" fact="0.1363"/>
                  <dgm:constr type="h" for="ch" forName="picture4" refType="h" fact="0.2113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</dgm:constrLst>
              </dgm:if>
              <dgm:else name="Name37">
                <dgm:alg type="composite">
                  <dgm:param type="ar" val="1.26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userD" refType="w" fact="0.0167"/>
                  <dgm:constr type="ctrX" for="ch" forName="dot1" refType="w" fact="0.3978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3606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3223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2829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5717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6709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6441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6679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6917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7155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7394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6917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6917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l" for="ch" forName="parTx1" refType="w" fact="0.1793"/>
                  <dgm:constr type="t" for="ch" forName="parTx1" refType="h" fact="0.9064"/>
                  <dgm:constr type="w" for="ch" forName="parTx1" refType="w" fact="0.3595"/>
                  <dgm:constr type="h" for="ch" forName="parTx1" refType="h" fact="0.1222"/>
                  <dgm:constr type="ctrX" for="ch" forName="picture1" refType="w" fact="0.163"/>
                  <dgm:constr type="ctrY" for="ch" forName="picture1" refType="h" fact="0.8922"/>
                  <dgm:constr type="w" for="ch" forName="picture1" refType="w" fact="0.1667"/>
                  <dgm:constr type="h" for="ch" forName="picture1" refType="h" fact="0.2113"/>
                  <dgm:constr type="l" for="ch" forName="parTx2" refType="w" fact="0.502"/>
                  <dgm:constr type="t" for="ch" forName="parTx2" refType="h" fact="0.7589"/>
                  <dgm:constr type="w" for="ch" forName="parTx2" refType="w" fact="0.3595"/>
                  <dgm:constr type="h" for="ch" forName="parTx2" refType="h" fact="0.1222"/>
                  <dgm:constr type="ctrX" for="ch" forName="picture2" refType="w" fact="0.4857"/>
                  <dgm:constr type="ctrY" for="ch" forName="picture2" refType="h" fact="0.7447"/>
                  <dgm:constr type="w" for="ch" forName="picture2" refType="w" fact="0.1667"/>
                  <dgm:constr type="h" for="ch" forName="picture2" refType="h" fact="0.2113"/>
                  <dgm:constr type="l" for="ch" forName="parTx3" refType="w" fact="0.6394"/>
                  <dgm:constr type="t" for="ch" forName="parTx3" refType="h" fact="0.5263"/>
                  <dgm:constr type="w" for="ch" forName="parTx3" refType="w" fact="0.3595"/>
                  <dgm:constr type="h" for="ch" forName="parTx3" refType="h" fact="0.1222"/>
                  <dgm:constr type="ctrX" for="ch" forName="picture3" refType="w" fact="0.6231"/>
                  <dgm:constr type="ctrY" for="ch" forName="picture3" refType="h" fact="0.5121"/>
                  <dgm:constr type="w" for="ch" forName="picture3" refType="w" fact="0.1667"/>
                  <dgm:constr type="h" for="ch" forName="picture3" refType="h" fact="0.2113"/>
                  <dgm:constr type="l" for="ch" forName="parTx4" refType="w" fact="0.6997"/>
                  <dgm:constr type="t" for="ch" forName="parTx4" refType="h" fact="0.2492"/>
                  <dgm:constr type="w" for="ch" forName="parTx4" refType="w" fact="0.3595"/>
                  <dgm:constr type="h" for="ch" forName="parTx4" refType="h" fact="0.1222"/>
                  <dgm:constr type="ctrX" for="ch" forName="picture4" refType="w" fact="0.6834"/>
                  <dgm:constr type="ctrY" for="ch" forName="picture4" refType="h" fact="0.235"/>
                  <dgm:constr type="w" for="ch" forName="picture4" refType="w" fact="0.1667"/>
                  <dgm:constr type="h" for="ch" forName="picture4" refType="h" fact="0.2113"/>
                </dgm:constrLst>
              </dgm:else>
            </dgm:choose>
          </dgm:if>
          <dgm:else name="Name38">
            <dgm:choose name="Name39">
              <dgm:if name="Name40" axis="des" func="maxDepth" op="gt" val="1">
                <dgm:alg type="composite">
                  <dgm:param type="ar" val="1.5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userD" refType="w" fact="0.0136"/>
                  <dgm:constr type="ctrX" for="ch" forName="dot1" refType="w" fact="0.6747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7051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7365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7687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5325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4514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4733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4538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4343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4149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3954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4343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4343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r" for="ch" forName="parTx1" refType="w" fact="0.8534"/>
                  <dgm:constr type="t" for="ch" forName="parTx1" refType="h" fact="0.9095"/>
                  <dgm:constr type="w" for="ch" forName="parTx1" refType="w" fact="0.294"/>
                  <dgm:constr type="h" for="ch" forName="parTx1" refType="h" fact="0.1222"/>
                  <dgm:constr type="ctrX" for="ch" forName="picture1" refType="w" fact="0.8667"/>
                  <dgm:constr type="ctrY" for="ch" forName="picture1" refType="h" fact="0.8922"/>
                  <dgm:constr type="w" for="ch" forName="picture1" refType="w" fact="0.1363"/>
                  <dgm:constr type="h" for="ch" forName="picture1" refType="h" fact="0.2113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5895"/>
                  <dgm:constr type="t" for="ch" forName="parTx2" refType="h" fact="0.762"/>
                  <dgm:constr type="w" for="ch" forName="parTx2" refType="w" fact="0.294"/>
                  <dgm:constr type="h" for="ch" forName="parTx2" refType="h" fact="0.1222"/>
                  <dgm:constr type="ctrX" for="ch" forName="picture2" refType="w" fact="0.6028"/>
                  <dgm:constr type="ctrY" for="ch" forName="picture2" refType="h" fact="0.7447"/>
                  <dgm:constr type="w" for="ch" forName="picture2" refType="w" fact="0.1363"/>
                  <dgm:constr type="h" for="ch" forName="picture2" refType="h" fact="0.2113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771"/>
                  <dgm:constr type="t" for="ch" forName="parTx3" refType="h" fact="0.5294"/>
                  <dgm:constr type="w" for="ch" forName="parTx3" refType="w" fact="0.294"/>
                  <dgm:constr type="h" for="ch" forName="parTx3" refType="h" fact="0.1222"/>
                  <dgm:constr type="ctrX" for="ch" forName="picture3" refType="w" fact="0.4905"/>
                  <dgm:constr type="ctrY" for="ch" forName="picture3" refType="h" fact="0.5121"/>
                  <dgm:constr type="w" for="ch" forName="picture3" refType="w" fact="0.1363"/>
                  <dgm:constr type="h" for="ch" forName="picture3" refType="h" fact="0.2113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4278"/>
                  <dgm:constr type="t" for="ch" forName="parTx4" refType="h" fact="0.2523"/>
                  <dgm:constr type="w" for="ch" forName="parTx4" refType="w" fact="0.294"/>
                  <dgm:constr type="h" for="ch" forName="parTx4" refType="h" fact="0.1222"/>
                  <dgm:constr type="ctrX" for="ch" forName="picture4" refType="w" fact="0.4412"/>
                  <dgm:constr type="ctrY" for="ch" forName="picture4" refType="h" fact="0.235"/>
                  <dgm:constr type="w" for="ch" forName="picture4" refType="w" fact="0.1363"/>
                  <dgm:constr type="h" for="ch" forName="picture4" refType="h" fact="0.2113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</dgm:constrLst>
              </dgm:if>
              <dgm:else name="Name41">
                <dgm:alg type="composite">
                  <dgm:param type="ar" val="1.26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userD" refType="w" fact="0.0167"/>
                  <dgm:constr type="ctrX" for="ch" forName="dot1" refType="w" fact="0.6022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6394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6777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7171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4283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3291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3559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3321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3083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2845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2606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3083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3083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r" for="ch" forName="parTx1" refType="w" fact="0.8207"/>
                  <dgm:constr type="t" for="ch" forName="parTx1" refType="h" fact="0.9064"/>
                  <dgm:constr type="w" for="ch" forName="parTx1" refType="w" fact="0.3595"/>
                  <dgm:constr type="h" for="ch" forName="parTx1" refType="h" fact="0.1222"/>
                  <dgm:constr type="ctrX" for="ch" forName="picture1" refType="w" fact="0.837"/>
                  <dgm:constr type="ctrY" for="ch" forName="picture1" refType="h" fact="0.8922"/>
                  <dgm:constr type="w" for="ch" forName="picture1" refType="w" fact="0.1667"/>
                  <dgm:constr type="h" for="ch" forName="picture1" refType="h" fact="0.2113"/>
                  <dgm:constr type="r" for="ch" forName="parTx2" refType="w" fact="0.498"/>
                  <dgm:constr type="t" for="ch" forName="parTx2" refType="h" fact="0.7589"/>
                  <dgm:constr type="w" for="ch" forName="parTx2" refType="w" fact="0.3595"/>
                  <dgm:constr type="h" for="ch" forName="parTx2" refType="h" fact="0.1222"/>
                  <dgm:constr type="ctrX" for="ch" forName="picture2" refType="w" fact="0.5143"/>
                  <dgm:constr type="ctrY" for="ch" forName="picture2" refType="h" fact="0.7447"/>
                  <dgm:constr type="w" for="ch" forName="picture2" refType="w" fact="0.1667"/>
                  <dgm:constr type="h" for="ch" forName="picture2" refType="h" fact="0.2113"/>
                  <dgm:constr type="r" for="ch" forName="parTx3" refType="w" fact="0.3606"/>
                  <dgm:constr type="t" for="ch" forName="parTx3" refType="h" fact="0.5263"/>
                  <dgm:constr type="w" for="ch" forName="parTx3" refType="w" fact="0.3595"/>
                  <dgm:constr type="h" for="ch" forName="parTx3" refType="h" fact="0.1222"/>
                  <dgm:constr type="ctrX" for="ch" forName="picture3" refType="w" fact="0.3769"/>
                  <dgm:constr type="ctrY" for="ch" forName="picture3" refType="h" fact="0.5121"/>
                  <dgm:constr type="w" for="ch" forName="picture3" refType="w" fact="0.1667"/>
                  <dgm:constr type="h" for="ch" forName="picture3" refType="h" fact="0.2113"/>
                  <dgm:constr type="r" for="ch" forName="parTx4" refType="w" fact="0.3003"/>
                  <dgm:constr type="t" for="ch" forName="parTx4" refType="h" fact="0.2492"/>
                  <dgm:constr type="w" for="ch" forName="parTx4" refType="w" fact="0.3595"/>
                  <dgm:constr type="h" for="ch" forName="parTx4" refType="h" fact="0.1222"/>
                  <dgm:constr type="ctrX" for="ch" forName="picture4" refType="w" fact="0.3166"/>
                  <dgm:constr type="ctrY" for="ch" forName="picture4" refType="h" fact="0.235"/>
                  <dgm:constr type="w" for="ch" forName="picture4" refType="w" fact="0.1667"/>
                  <dgm:constr type="h" for="ch" forName="picture4" refType="h" fact="0.2113"/>
                </dgm:constrLst>
              </dgm:else>
            </dgm:choose>
          </dgm:else>
        </dgm:choose>
      </dgm:if>
      <dgm:if name="Name42" axis="ch" ptType="node" func="cnt" op="equ" val="5">
        <dgm:choose name="Name43">
          <dgm:if name="Name44" func="var" arg="dir" op="equ" val="norm">
            <dgm:choose name="Name45">
              <dgm:if name="Name46" axis="des" func="maxDepth" op="gt" val="1">
                <dgm:alg type="composite">
                  <dgm:param type="ar" val="1.4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userD" refType="w" fact="0.0118"/>
                  <dgm:constr type="ctrX" for="ch" forName="dot1" refType="w" fact="0.3263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3001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2733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2462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4691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4484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5549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601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5779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5951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6123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6295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6467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6123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6123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l" for="ch" forName="parTx1" refType="w" fact="0.1746"/>
                  <dgm:constr type="t" for="ch" forName="parTx1" refType="h" fact="0.9304"/>
                  <dgm:constr type="w" for="ch" forName="parTx1" refType="w" fact="0.2544"/>
                  <dgm:constr type="h" for="ch" forName="parTx1" refType="h" fact="0.0962"/>
                  <dgm:constr type="ctrX" for="ch" forName="picture1" refType="w" fact="0.1631"/>
                  <dgm:constr type="ctrY" for="ch" forName="picture1" refType="h" fact="0.9169"/>
                  <dgm:constr type="w" for="ch" forName="picture1" refType="w" fact="0.118"/>
                  <dgm:constr type="h" for="ch" forName="picture1" refType="h" fact="0.1663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3982"/>
                  <dgm:constr type="t" for="ch" forName="parTx2" refType="h" fact="0.8167"/>
                  <dgm:constr type="w" for="ch" forName="parTx2" refType="w" fact="0.2544"/>
                  <dgm:constr type="h" for="ch" forName="parTx2" refType="h" fact="0.0962"/>
                  <dgm:constr type="ctrX" for="ch" forName="picture2" refType="w" fact="0.3866"/>
                  <dgm:constr type="ctrY" for="ch" forName="picture2" refType="h" fact="0.8032"/>
                  <dgm:constr type="w" for="ch" forName="picture2" refType="w" fact="0.118"/>
                  <dgm:constr type="h" for="ch" forName="picture2" refType="h" fact="0.1663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194"/>
                  <dgm:constr type="t" for="ch" forName="parTx3" refType="h" fact="0.6524"/>
                  <dgm:constr type="w" for="ch" forName="parTx3" refType="w" fact="0.2544"/>
                  <dgm:constr type="h" for="ch" forName="parTx3" refType="h" fact="0.0962"/>
                  <dgm:constr type="ctrX" for="ch" forName="picture3" refType="w" fact="0.5078"/>
                  <dgm:constr type="ctrY" for="ch" forName="picture3" refType="h" fact="0.6389"/>
                  <dgm:constr type="w" for="ch" forName="picture3" refType="w" fact="0.118"/>
                  <dgm:constr type="h" for="ch" forName="picture3" refType="h" fact="0.1663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5827"/>
                  <dgm:constr type="t" for="ch" forName="parTx4" refType="h" fact="0.4412"/>
                  <dgm:constr type="w" for="ch" forName="parTx4" refType="w" fact="0.2544"/>
                  <dgm:constr type="h" for="ch" forName="parTx4" refType="h" fact="0.0962"/>
                  <dgm:constr type="ctrX" for="ch" forName="picture4" refType="w" fact="0.5712"/>
                  <dgm:constr type="ctrY" for="ch" forName="picture4" refType="h" fact="0.4277"/>
                  <dgm:constr type="w" for="ch" forName="picture4" refType="w" fact="0.118"/>
                  <dgm:constr type="h" for="ch" forName="picture4" refType="h" fact="0.1663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  <dgm:constr type="l" for="ch" forName="parTx5" refType="w" fact="0.618"/>
                  <dgm:constr type="t" for="ch" forName="parTx5" refType="h" fact="0.2262"/>
                  <dgm:constr type="w" for="ch" forName="parTx5" refType="w" fact="0.2544"/>
                  <dgm:constr type="h" for="ch" forName="parTx5" refType="h" fact="0.0962"/>
                  <dgm:constr type="ctrX" for="ch" forName="picture5" refType="w" fact="0.6064"/>
                  <dgm:constr type="ctrY" for="ch" forName="picture5" refType="h" fact="0.2127"/>
                  <dgm:constr type="w" for="ch" forName="picture5" refType="w" fact="0.118"/>
                  <dgm:constr type="h" for="ch" forName="picture5" refType="h" fact="0.1663"/>
                  <dgm:constr type="l" for="ch" forName="desTx5" refType="r" refFor="ch" refForName="parTx5"/>
                  <dgm:constr type="r" for="ch" forName="desTx5" refType="w"/>
                  <dgm:constr type="t" for="ch" forName="desTx5" refType="t" refFor="ch" refForName="parTx5"/>
                  <dgm:constr type="h" for="ch" forName="desTx5" refType="h" refFor="ch" refForName="parTx5"/>
                </dgm:constrLst>
              </dgm:if>
              <dgm:else name="Name47">
                <dgm:alg type="composite">
                  <dgm:param type="ar" val="1.164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userD" refType="w" fact="0.0143"/>
                  <dgm:constr type="ctrX" for="ch" forName="dot1" refType="w" fact="0.3951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3634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331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2981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5681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543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672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7278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6999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7207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7415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7624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7832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7415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7415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l" for="ch" forName="parTx1" refType="w" fact="0.2115"/>
                  <dgm:constr type="t" for="ch" forName="parTx1" refType="h" fact="0.928"/>
                  <dgm:constr type="w" for="ch" forName="parTx1" refType="w" fact="0.3081"/>
                  <dgm:constr type="h" for="ch" forName="parTx1" refType="h" fact="0.0962"/>
                  <dgm:constr type="ctrX" for="ch" forName="picture1" refType="w" fact="0.1975"/>
                  <dgm:constr type="ctrY" for="ch" forName="picture1" refType="h" fact="0.9169"/>
                  <dgm:constr type="w" for="ch" forName="picture1" refType="w" fact="0.1429"/>
                  <dgm:constr type="h" for="ch" forName="picture1" refType="h" fact="0.1663"/>
                  <dgm:constr type="l" for="ch" forName="parTx2" refType="w" fact="0.4822"/>
                  <dgm:constr type="t" for="ch" forName="parTx2" refType="h" fact="0.8143"/>
                  <dgm:constr type="w" for="ch" forName="parTx2" refType="w" fact="0.3081"/>
                  <dgm:constr type="h" for="ch" forName="parTx2" refType="h" fact="0.0962"/>
                  <dgm:constr type="ctrX" for="ch" forName="picture2" refType="w" fact="0.4682"/>
                  <dgm:constr type="ctrY" for="ch" forName="picture2" refType="h" fact="0.8032"/>
                  <dgm:constr type="w" for="ch" forName="picture2" refType="w" fact="0.1429"/>
                  <dgm:constr type="h" for="ch" forName="picture2" refType="h" fact="0.1663"/>
                  <dgm:constr type="l" for="ch" forName="parTx3" refType="w" fact="0.629"/>
                  <dgm:constr type="t" for="ch" forName="parTx3" refType="h" fact="0.65"/>
                  <dgm:constr type="w" for="ch" forName="parTx3" refType="w" fact="0.3081"/>
                  <dgm:constr type="h" for="ch" forName="parTx3" refType="h" fact="0.0962"/>
                  <dgm:constr type="ctrX" for="ch" forName="picture3" refType="w" fact="0.615"/>
                  <dgm:constr type="ctrY" for="ch" forName="picture3" refType="h" fact="0.6389"/>
                  <dgm:constr type="w" for="ch" forName="picture3" refType="w" fact="0.1429"/>
                  <dgm:constr type="h" for="ch" forName="picture3" refType="h" fact="0.1663"/>
                  <dgm:constr type="l" for="ch" forName="parTx4" refType="w" fact="0.7057"/>
                  <dgm:constr type="t" for="ch" forName="parTx4" refType="h" fact="0.4388"/>
                  <dgm:constr type="w" for="ch" forName="parTx4" refType="w" fact="0.3081"/>
                  <dgm:constr type="h" for="ch" forName="parTx4" refType="h" fact="0.0962"/>
                  <dgm:constr type="ctrX" for="ch" forName="picture4" refType="w" fact="0.6917"/>
                  <dgm:constr type="ctrY" for="ch" forName="picture4" refType="h" fact="0.4277"/>
                  <dgm:constr type="w" for="ch" forName="picture4" refType="w" fact="0.1429"/>
                  <dgm:constr type="h" for="ch" forName="picture4" refType="h" fact="0.1663"/>
                  <dgm:constr type="l" for="ch" forName="parTx5" refType="w" fact="0.7484"/>
                  <dgm:constr type="t" for="ch" forName="parTx5" refType="h" fact="0.2238"/>
                  <dgm:constr type="w" for="ch" forName="parTx5" refType="w" fact="0.3081"/>
                  <dgm:constr type="h" for="ch" forName="parTx5" refType="h" fact="0.0962"/>
                  <dgm:constr type="ctrX" for="ch" forName="picture5" refType="w" fact="0.7344"/>
                  <dgm:constr type="ctrY" for="ch" forName="picture5" refType="h" fact="0.2127"/>
                  <dgm:constr type="w" for="ch" forName="picture5" refType="w" fact="0.1429"/>
                  <dgm:constr type="h" for="ch" forName="picture5" refType="h" fact="0.1663"/>
                </dgm:constrLst>
              </dgm:else>
            </dgm:choose>
          </dgm:if>
          <dgm:else name="Name48">
            <dgm:choose name="Name49">
              <dgm:if name="Name50" axis="des" func="maxDepth" op="gt" val="1">
                <dgm:alg type="composite">
                  <dgm:param type="ar" val="1.4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userD" refType="w" fact="0.0118"/>
                  <dgm:constr type="ctrX" for="ch" forName="dot1" refType="w" fact="0.6737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6999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7267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7538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5309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5516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4451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399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4221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4049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3877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3705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3533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3877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3877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r" for="ch" forName="parTx1" refType="w" fact="0.8254"/>
                  <dgm:constr type="t" for="ch" forName="parTx1" refType="h" fact="0.9304"/>
                  <dgm:constr type="w" for="ch" forName="parTx1" refType="w" fact="0.2544"/>
                  <dgm:constr type="h" for="ch" forName="parTx1" refType="h" fact="0.0962"/>
                  <dgm:constr type="ctrX" for="ch" forName="picture1" refType="w" fact="0.8369"/>
                  <dgm:constr type="ctrY" for="ch" forName="picture1" refType="h" fact="0.9169"/>
                  <dgm:constr type="w" for="ch" forName="picture1" refType="w" fact="0.118"/>
                  <dgm:constr type="h" for="ch" forName="picture1" refType="h" fact="0.1663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6018"/>
                  <dgm:constr type="t" for="ch" forName="parTx2" refType="h" fact="0.8167"/>
                  <dgm:constr type="w" for="ch" forName="parTx2" refType="w" fact="0.2544"/>
                  <dgm:constr type="h" for="ch" forName="parTx2" refType="h" fact="0.0962"/>
                  <dgm:constr type="ctrX" for="ch" forName="picture2" refType="w" fact="0.6134"/>
                  <dgm:constr type="ctrY" for="ch" forName="picture2" refType="h" fact="0.8032"/>
                  <dgm:constr type="w" for="ch" forName="picture2" refType="w" fact="0.118"/>
                  <dgm:constr type="h" for="ch" forName="picture2" refType="h" fact="0.1663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806"/>
                  <dgm:constr type="t" for="ch" forName="parTx3" refType="h" fact="0.6524"/>
                  <dgm:constr type="w" for="ch" forName="parTx3" refType="w" fact="0.2544"/>
                  <dgm:constr type="h" for="ch" forName="parTx3" refType="h" fact="0.0962"/>
                  <dgm:constr type="ctrX" for="ch" forName="picture3" refType="w" fact="0.4922"/>
                  <dgm:constr type="ctrY" for="ch" forName="picture3" refType="h" fact="0.6389"/>
                  <dgm:constr type="w" for="ch" forName="picture3" refType="w" fact="0.118"/>
                  <dgm:constr type="h" for="ch" forName="picture3" refType="h" fact="0.1663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4173"/>
                  <dgm:constr type="t" for="ch" forName="parTx4" refType="h" fact="0.4412"/>
                  <dgm:constr type="w" for="ch" forName="parTx4" refType="w" fact="0.2544"/>
                  <dgm:constr type="h" for="ch" forName="parTx4" refType="h" fact="0.0962"/>
                  <dgm:constr type="ctrX" for="ch" forName="picture4" refType="w" fact="0.4288"/>
                  <dgm:constr type="ctrY" for="ch" forName="picture4" refType="h" fact="0.4277"/>
                  <dgm:constr type="w" for="ch" forName="picture4" refType="w" fact="0.118"/>
                  <dgm:constr type="h" for="ch" forName="picture4" refType="h" fact="0.1663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  <dgm:constr type="r" for="ch" forName="parTx5" refType="w" fact="0.382"/>
                  <dgm:constr type="t" for="ch" forName="parTx5" refType="h" fact="0.2262"/>
                  <dgm:constr type="w" for="ch" forName="parTx5" refType="w" fact="0.2544"/>
                  <dgm:constr type="h" for="ch" forName="parTx5" refType="h" fact="0.0962"/>
                  <dgm:constr type="ctrX" for="ch" forName="picture5" refType="w" fact="0.3936"/>
                  <dgm:constr type="ctrY" for="ch" forName="picture5" refType="h" fact="0.2127"/>
                  <dgm:constr type="w" for="ch" forName="picture5" refType="w" fact="0.118"/>
                  <dgm:constr type="h" for="ch" forName="picture5" refType="h" fact="0.1663"/>
                  <dgm:constr type="r" for="ch" forName="desTx5" refType="l" refFor="ch" refForName="parTx5"/>
                  <dgm:constr type="l" for="ch" forName="desTx5"/>
                  <dgm:constr type="t" for="ch" forName="desTx5" refType="t" refFor="ch" refForName="parTx5"/>
                  <dgm:constr type="h" for="ch" forName="desTx5" refType="h" refFor="ch" refForName="parTx5"/>
                </dgm:constrLst>
              </dgm:if>
              <dgm:else name="Name51">
                <dgm:alg type="composite">
                  <dgm:param type="ar" val="1.164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userD" refType="w" fact="0.0143"/>
                  <dgm:constr type="ctrX" for="ch" forName="dot1" refType="w" fact="0.6049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6366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669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7019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4319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457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328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2722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3001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2793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2585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2376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2168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2585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2585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r" for="ch" forName="parTx1" refType="w" fact="0.7885"/>
                  <dgm:constr type="t" for="ch" forName="parTx1" refType="h" fact="0.928"/>
                  <dgm:constr type="w" for="ch" forName="parTx1" refType="w" fact="0.3081"/>
                  <dgm:constr type="h" for="ch" forName="parTx1" refType="h" fact="0.0962"/>
                  <dgm:constr type="ctrX" for="ch" forName="picture1" refType="w" fact="0.8025"/>
                  <dgm:constr type="ctrY" for="ch" forName="picture1" refType="h" fact="0.9169"/>
                  <dgm:constr type="w" for="ch" forName="picture1" refType="w" fact="0.1429"/>
                  <dgm:constr type="h" for="ch" forName="picture1" refType="h" fact="0.1663"/>
                  <dgm:constr type="r" for="ch" forName="parTx2" refType="w" fact="0.5178"/>
                  <dgm:constr type="t" for="ch" forName="parTx2" refType="h" fact="0.8143"/>
                  <dgm:constr type="w" for="ch" forName="parTx2" refType="w" fact="0.3081"/>
                  <dgm:constr type="h" for="ch" forName="parTx2" refType="h" fact="0.0962"/>
                  <dgm:constr type="ctrX" for="ch" forName="picture2" refType="w" fact="0.5318"/>
                  <dgm:constr type="ctrY" for="ch" forName="picture2" refType="h" fact="0.8032"/>
                  <dgm:constr type="w" for="ch" forName="picture2" refType="w" fact="0.1429"/>
                  <dgm:constr type="h" for="ch" forName="picture2" refType="h" fact="0.1663"/>
                  <dgm:constr type="r" for="ch" forName="parTx3" refType="w" fact="0.371"/>
                  <dgm:constr type="t" for="ch" forName="parTx3" refType="h" fact="0.65"/>
                  <dgm:constr type="w" for="ch" forName="parTx3" refType="w" fact="0.3081"/>
                  <dgm:constr type="h" for="ch" forName="parTx3" refType="h" fact="0.0962"/>
                  <dgm:constr type="ctrX" for="ch" forName="picture3" refType="w" fact="0.385"/>
                  <dgm:constr type="ctrY" for="ch" forName="picture3" refType="h" fact="0.6389"/>
                  <dgm:constr type="w" for="ch" forName="picture3" refType="w" fact="0.1429"/>
                  <dgm:constr type="h" for="ch" forName="picture3" refType="h" fact="0.1663"/>
                  <dgm:constr type="r" for="ch" forName="parTx4" refType="w" fact="0.2943"/>
                  <dgm:constr type="t" for="ch" forName="parTx4" refType="h" fact="0.4388"/>
                  <dgm:constr type="w" for="ch" forName="parTx4" refType="w" fact="0.3081"/>
                  <dgm:constr type="h" for="ch" forName="parTx4" refType="h" fact="0.0962"/>
                  <dgm:constr type="ctrX" for="ch" forName="picture4" refType="w" fact="0.3083"/>
                  <dgm:constr type="ctrY" for="ch" forName="picture4" refType="h" fact="0.4277"/>
                  <dgm:constr type="w" for="ch" forName="picture4" refType="w" fact="0.1429"/>
                  <dgm:constr type="h" for="ch" forName="picture4" refType="h" fact="0.1663"/>
                  <dgm:constr type="r" for="ch" forName="parTx5" refType="w" fact="0.2516"/>
                  <dgm:constr type="t" for="ch" forName="parTx5" refType="h" fact="0.2238"/>
                  <dgm:constr type="w" for="ch" forName="parTx5" refType="w" fact="0.3081"/>
                  <dgm:constr type="h" for="ch" forName="parTx5" refType="h" fact="0.0962"/>
                  <dgm:constr type="ctrX" for="ch" forName="picture5" refType="w" fact="0.2656"/>
                  <dgm:constr type="ctrY" for="ch" forName="picture5" refType="h" fact="0.2127"/>
                  <dgm:constr type="w" for="ch" forName="picture5" refType="w" fact="0.1429"/>
                  <dgm:constr type="h" for="ch" forName="picture5" refType="h" fact="0.1663"/>
                </dgm:constrLst>
              </dgm:else>
            </dgm:choose>
          </dgm:else>
        </dgm:choose>
      </dgm:if>
      <dgm:if name="Name52" axis="ch" ptType="node" func="cnt" op="equ" val="6">
        <dgm:choose name="Name53">
          <dgm:if name="Name54" func="var" arg="dir" op="equ" val="norm">
            <dgm:choose name="Name55">
              <dgm:if name="Name56" axis="des" func="maxDepth" op="gt" val="1">
                <dgm:alg type="composite">
                  <dgm:param type="ar" val="1.3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userD" refType="w" fact="0.0105"/>
                  <dgm:constr type="ctrX" for="ch" forName="dot1" refType="w" fact="0.3608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3384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3155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2923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2688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4883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4695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5696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6247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6509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6281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6437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6593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675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6906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6593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6593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l" for="ch" forName="parTx1" refType="w" fact="0.2091"/>
                  <dgm:constr type="t" for="ch" forName="parTx1" refType="h" fact="0.9433"/>
                  <dgm:constr type="w" for="ch" forName="parTx1" refType="w" fact="0.2275"/>
                  <dgm:constr type="h" for="ch" forName="parTx1" refType="h" fact="0.0811"/>
                  <dgm:constr type="ctrX" for="ch" forName="picture1" refType="w" fact="0.1988"/>
                  <dgm:constr type="ctrY" for="ch" forName="picture1" refType="h" fact="0.9322"/>
                  <dgm:constr type="w" for="ch" forName="picture1" refType="w" fact="0.1055"/>
                  <dgm:constr type="h" for="ch" forName="picture1" refType="h" fact="0.1403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4273"/>
                  <dgm:constr type="t" for="ch" forName="parTx2" refType="h" fact="0.8468"/>
                  <dgm:constr type="w" for="ch" forName="parTx2" refType="w" fact="0.2275"/>
                  <dgm:constr type="h" for="ch" forName="parTx2" refType="h" fact="0.0811"/>
                  <dgm:constr type="ctrX" for="ch" forName="picture2" refType="w" fact="0.4169"/>
                  <dgm:constr type="ctrY" for="ch" forName="picture2" refType="h" fact="0.8357"/>
                  <dgm:constr type="w" for="ch" forName="picture2" refType="w" fact="0.1055"/>
                  <dgm:constr type="h" for="ch" forName="picture2" refType="h" fact="0.1403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349"/>
                  <dgm:constr type="t" for="ch" forName="parTx3" refType="h" fact="0.7023"/>
                  <dgm:constr type="w" for="ch" forName="parTx3" refType="w" fact="0.2275"/>
                  <dgm:constr type="h" for="ch" forName="parTx3" refType="h" fact="0.0811"/>
                  <dgm:constr type="ctrX" for="ch" forName="picture3" refType="w" fact="0.5245"/>
                  <dgm:constr type="ctrY" for="ch" forName="picture3" refType="h" fact="0.6912"/>
                  <dgm:constr type="w" for="ch" forName="picture3" refType="w" fact="0.1055"/>
                  <dgm:constr type="h" for="ch" forName="picture3" refType="h" fact="0.1403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5998"/>
                  <dgm:constr type="t" for="ch" forName="parTx4" refType="h" fact="0.5441"/>
                  <dgm:constr type="w" for="ch" forName="parTx4" refType="w" fact="0.2275"/>
                  <dgm:constr type="h" for="ch" forName="parTx4" refType="h" fact="0.0811"/>
                  <dgm:constr type="ctrX" for="ch" forName="picture4" refType="w" fact="0.5894"/>
                  <dgm:constr type="ctrY" for="ch" forName="picture4" refType="h" fact="0.533"/>
                  <dgm:constr type="w" for="ch" forName="picture4" refType="w" fact="0.1055"/>
                  <dgm:constr type="h" for="ch" forName="picture4" refType="h" fact="0.1403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  <dgm:constr type="l" for="ch" forName="parTx5" refType="w" fact="0.6416"/>
                  <dgm:constr type="t" for="ch" forName="parTx5" refType="h" fact="0.3737"/>
                  <dgm:constr type="w" for="ch" forName="parTx5" refType="w" fact="0.2275"/>
                  <dgm:constr type="h" for="ch" forName="parTx5" refType="h" fact="0.0811"/>
                  <dgm:constr type="ctrX" for="ch" forName="picture5" refType="w" fact="0.6313"/>
                  <dgm:constr type="ctrY" for="ch" forName="picture5" refType="h" fact="0.3626"/>
                  <dgm:constr type="w" for="ch" forName="picture5" refType="w" fact="0.1055"/>
                  <dgm:constr type="h" for="ch" forName="picture5" refType="h" fact="0.1403"/>
                  <dgm:constr type="l" for="ch" forName="desTx5" refType="r" refFor="ch" refForName="parTx5"/>
                  <dgm:constr type="r" for="ch" forName="desTx5" refType="w"/>
                  <dgm:constr type="t" for="ch" forName="desTx5" refType="t" refFor="ch" refForName="parTx5"/>
                  <dgm:constr type="h" for="ch" forName="desTx5" refType="h" refFor="ch" refForName="parTx5"/>
                  <dgm:constr type="l" for="ch" forName="parTx6" refType="w" fact="0.6644"/>
                  <dgm:constr type="t" for="ch" forName="parTx6" refType="h" fact="0.2061"/>
                  <dgm:constr type="w" for="ch" forName="parTx6" refType="w" fact="0.2275"/>
                  <dgm:constr type="h" for="ch" forName="parTx6" refType="h" fact="0.0811"/>
                  <dgm:constr type="ctrX" for="ch" forName="picture6" refType="w" fact="0.6541"/>
                  <dgm:constr type="ctrY" for="ch" forName="picture6" refType="h" fact="0.195"/>
                  <dgm:constr type="w" for="ch" forName="picture6" refType="w" fact="0.1055"/>
                  <dgm:constr type="h" for="ch" forName="picture6" refType="h" fact="0.1403"/>
                  <dgm:constr type="l" for="ch" forName="desTx6" refType="r" refFor="ch" refForName="parTx6"/>
                  <dgm:constr type="r" for="ch" forName="desTx6" refType="w"/>
                  <dgm:constr type="t" for="ch" forName="desTx6" refType="t" refFor="ch" refForName="parTx6"/>
                  <dgm:constr type="h" for="ch" forName="desTx6" refType="h" refFor="ch" refForName="parTx6"/>
                </dgm:constrLst>
              </dgm:if>
              <dgm:else name="Name57">
                <dgm:alg type="composite">
                  <dgm:param type="ar" val="1.122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userD" refType="w" fact="0.0125"/>
                  <dgm:constr type="ctrX" for="ch" forName="dot1" refType="w" fact="0.4276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401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3739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3464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3186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5786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5564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675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7403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7714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7443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7628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7814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7999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8184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7814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7814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l" for="ch" forName="parTx1" refType="w" fact="0.2479"/>
                  <dgm:constr type="t" for="ch" forName="parTx1" refType="h" fact="0.9416"/>
                  <dgm:constr type="w" for="ch" forName="parTx1" refType="w" fact="0.2696"/>
                  <dgm:constr type="h" for="ch" forName="parTx1" refType="h" fact="0.0811"/>
                  <dgm:constr type="ctrX" for="ch" forName="picture1" refType="w" fact="0.2356"/>
                  <dgm:constr type="ctrY" for="ch" forName="picture1" refType="h" fact="0.9322"/>
                  <dgm:constr type="w" for="ch" forName="picture1" refType="w" fact="0.125"/>
                  <dgm:constr type="h" for="ch" forName="picture1" refType="h" fact="0.1403"/>
                  <dgm:constr type="l" for="ch" forName="parTx2" refType="w" fact="0.5064"/>
                  <dgm:constr type="t" for="ch" forName="parTx2" refType="h" fact="0.8451"/>
                  <dgm:constr type="w" for="ch" forName="parTx2" refType="w" fact="0.2696"/>
                  <dgm:constr type="h" for="ch" forName="parTx2" refType="h" fact="0.0811"/>
                  <dgm:constr type="ctrX" for="ch" forName="picture2" refType="w" fact="0.4941"/>
                  <dgm:constr type="ctrY" for="ch" forName="picture2" refType="h" fact="0.8357"/>
                  <dgm:constr type="w" for="ch" forName="picture2" refType="w" fact="0.125"/>
                  <dgm:constr type="h" for="ch" forName="picture2" refType="h" fact="0.1403"/>
                  <dgm:constr type="l" for="ch" forName="parTx3" refType="w" fact="0.6339"/>
                  <dgm:constr type="t" for="ch" forName="parTx3" refType="h" fact="0.7006"/>
                  <dgm:constr type="w" for="ch" forName="parTx3" refType="w" fact="0.2696"/>
                  <dgm:constr type="h" for="ch" forName="parTx3" refType="h" fact="0.0811"/>
                  <dgm:constr type="ctrX" for="ch" forName="picture3" refType="w" fact="0.6216"/>
                  <dgm:constr type="ctrY" for="ch" forName="picture3" refType="h" fact="0.6912"/>
                  <dgm:constr type="w" for="ch" forName="picture3" refType="w" fact="0.125"/>
                  <dgm:constr type="h" for="ch" forName="picture3" refType="h" fact="0.1403"/>
                  <dgm:constr type="l" for="ch" forName="parTx4" refType="w" fact="0.7108"/>
                  <dgm:constr type="t" for="ch" forName="parTx4" refType="h" fact="0.5424"/>
                  <dgm:constr type="w" for="ch" forName="parTx4" refType="w" fact="0.2696"/>
                  <dgm:constr type="h" for="ch" forName="parTx4" refType="h" fact="0.0811"/>
                  <dgm:constr type="ctrX" for="ch" forName="picture4" refType="w" fact="0.6985"/>
                  <dgm:constr type="ctrY" for="ch" forName="picture4" refType="h" fact="0.533"/>
                  <dgm:constr type="w" for="ch" forName="picture4" refType="w" fact="0.125"/>
                  <dgm:constr type="h" for="ch" forName="picture4" refType="h" fact="0.1403"/>
                  <dgm:constr type="l" for="ch" forName="parTx5" refType="w" fact="0.7604"/>
                  <dgm:constr type="t" for="ch" forName="parTx5" refType="h" fact="0.372"/>
                  <dgm:constr type="w" for="ch" forName="parTx5" refType="w" fact="0.2696"/>
                  <dgm:constr type="h" for="ch" forName="parTx5" refType="h" fact="0.0811"/>
                  <dgm:constr type="ctrX" for="ch" forName="picture5" refType="w" fact="0.7481"/>
                  <dgm:constr type="ctrY" for="ch" forName="picture5" refType="h" fact="0.3626"/>
                  <dgm:constr type="w" for="ch" forName="picture5" refType="w" fact="0.125"/>
                  <dgm:constr type="h" for="ch" forName="picture5" refType="h" fact="0.1403"/>
                  <dgm:constr type="l" for="ch" forName="parTx6" refType="w" fact="0.7874"/>
                  <dgm:constr type="t" for="ch" forName="parTx6" refType="h" fact="0.2044"/>
                  <dgm:constr type="w" for="ch" forName="parTx6" refType="w" fact="0.2696"/>
                  <dgm:constr type="h" for="ch" forName="parTx6" refType="h" fact="0.0811"/>
                  <dgm:constr type="ctrX" for="ch" forName="picture6" refType="w" fact="0.7751"/>
                  <dgm:constr type="ctrY" for="ch" forName="picture6" refType="h" fact="0.195"/>
                  <dgm:constr type="w" for="ch" forName="picture6" refType="w" fact="0.125"/>
                  <dgm:constr type="h" for="ch" forName="picture6" refType="h" fact="0.1403"/>
                </dgm:constrLst>
              </dgm:else>
            </dgm:choose>
          </dgm:if>
          <dgm:else name="Name58">
            <dgm:choose name="Name59">
              <dgm:if name="Name60" axis="des" func="maxDepth" op="gt" val="1">
                <dgm:alg type="composite">
                  <dgm:param type="ar" val="1.3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userD" refType="w" fact="0.0105"/>
                  <dgm:constr type="ctrX" for="ch" forName="dot1" refType="w" fact="0.6392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6616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6845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7077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7312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5117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5305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4304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3753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3491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3719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3563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3407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325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3094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3407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3407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r" for="ch" forName="parTx1" refType="w" fact="0.7909"/>
                  <dgm:constr type="t" for="ch" forName="parTx1" refType="h" fact="0.9433"/>
                  <dgm:constr type="w" for="ch" forName="parTx1" refType="w" fact="0.2275"/>
                  <dgm:constr type="h" for="ch" forName="parTx1" refType="h" fact="0.0811"/>
                  <dgm:constr type="ctrX" for="ch" forName="picture1" refType="w" fact="0.8012"/>
                  <dgm:constr type="ctrY" for="ch" forName="picture1" refType="h" fact="0.9322"/>
                  <dgm:constr type="w" for="ch" forName="picture1" refType="w" fact="0.1055"/>
                  <dgm:constr type="h" for="ch" forName="picture1" refType="h" fact="0.1403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5727"/>
                  <dgm:constr type="t" for="ch" forName="parTx2" refType="h" fact="0.8468"/>
                  <dgm:constr type="w" for="ch" forName="parTx2" refType="w" fact="0.2275"/>
                  <dgm:constr type="h" for="ch" forName="parTx2" refType="h" fact="0.0811"/>
                  <dgm:constr type="ctrX" for="ch" forName="picture2" refType="w" fact="0.5831"/>
                  <dgm:constr type="ctrY" for="ch" forName="picture2" refType="h" fact="0.8357"/>
                  <dgm:constr type="w" for="ch" forName="picture2" refType="w" fact="0.1055"/>
                  <dgm:constr type="h" for="ch" forName="picture2" refType="h" fact="0.1403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651"/>
                  <dgm:constr type="t" for="ch" forName="parTx3" refType="h" fact="0.7023"/>
                  <dgm:constr type="w" for="ch" forName="parTx3" refType="w" fact="0.2275"/>
                  <dgm:constr type="h" for="ch" forName="parTx3" refType="h" fact="0.0811"/>
                  <dgm:constr type="ctrX" for="ch" forName="picture3" refType="w" fact="0.4755"/>
                  <dgm:constr type="ctrY" for="ch" forName="picture3" refType="h" fact="0.6912"/>
                  <dgm:constr type="w" for="ch" forName="picture3" refType="w" fact="0.1055"/>
                  <dgm:constr type="h" for="ch" forName="picture3" refType="h" fact="0.1403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4002"/>
                  <dgm:constr type="t" for="ch" forName="parTx4" refType="h" fact="0.5441"/>
                  <dgm:constr type="w" for="ch" forName="parTx4" refType="w" fact="0.2275"/>
                  <dgm:constr type="h" for="ch" forName="parTx4" refType="h" fact="0.0811"/>
                  <dgm:constr type="ctrX" for="ch" forName="picture4" refType="w" fact="0.4106"/>
                  <dgm:constr type="ctrY" for="ch" forName="picture4" refType="h" fact="0.533"/>
                  <dgm:constr type="w" for="ch" forName="picture4" refType="w" fact="0.1055"/>
                  <dgm:constr type="h" for="ch" forName="picture4" refType="h" fact="0.1403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  <dgm:constr type="r" for="ch" forName="parTx5" refType="w" fact="0.3584"/>
                  <dgm:constr type="t" for="ch" forName="parTx5" refType="h" fact="0.3737"/>
                  <dgm:constr type="w" for="ch" forName="parTx5" refType="w" fact="0.2275"/>
                  <dgm:constr type="h" for="ch" forName="parTx5" refType="h" fact="0.0811"/>
                  <dgm:constr type="ctrX" for="ch" forName="picture5" refType="w" fact="0.3687"/>
                  <dgm:constr type="ctrY" for="ch" forName="picture5" refType="h" fact="0.3626"/>
                  <dgm:constr type="w" for="ch" forName="picture5" refType="w" fact="0.1055"/>
                  <dgm:constr type="h" for="ch" forName="picture5" refType="h" fact="0.1403"/>
                  <dgm:constr type="r" for="ch" forName="desTx5" refType="l" refFor="ch" refForName="parTx5"/>
                  <dgm:constr type="l" for="ch" forName="desTx5"/>
                  <dgm:constr type="t" for="ch" forName="desTx5" refType="t" refFor="ch" refForName="parTx5"/>
                  <dgm:constr type="h" for="ch" forName="desTx5" refType="h" refFor="ch" refForName="parTx5"/>
                  <dgm:constr type="r" for="ch" forName="parTx6" refType="w" fact="0.3356"/>
                  <dgm:constr type="t" for="ch" forName="parTx6" refType="h" fact="0.2061"/>
                  <dgm:constr type="w" for="ch" forName="parTx6" refType="w" fact="0.2275"/>
                  <dgm:constr type="h" for="ch" forName="parTx6" refType="h" fact="0.0811"/>
                  <dgm:constr type="ctrX" for="ch" forName="picture6" refType="w" fact="0.3459"/>
                  <dgm:constr type="ctrY" for="ch" forName="picture6" refType="h" fact="0.195"/>
                  <dgm:constr type="w" for="ch" forName="picture6" refType="w" fact="0.1055"/>
                  <dgm:constr type="h" for="ch" forName="picture6" refType="h" fact="0.1403"/>
                  <dgm:constr type="r" for="ch" forName="desTx6" refType="l" refFor="ch" refForName="parTx6"/>
                  <dgm:constr type="l" for="ch" forName="desTx6"/>
                  <dgm:constr type="t" for="ch" forName="desTx6" refType="t" refFor="ch" refForName="parTx6"/>
                  <dgm:constr type="h" for="ch" forName="desTx6" refType="h" refFor="ch" refForName="parTx6"/>
                </dgm:constrLst>
              </dgm:if>
              <dgm:else name="Name61">
                <dgm:alg type="composite">
                  <dgm:param type="ar" val="1.122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userD" refType="w" fact="0.0125"/>
                  <dgm:constr type="ctrX" for="ch" forName="dot1" refType="w" fact="0.5724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599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6261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6536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6814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4214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4436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325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2597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2286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2557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2372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2187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2001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1816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2187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2187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r" for="ch" forName="parTx1" refType="w" fact="0.7522"/>
                  <dgm:constr type="t" for="ch" forName="parTx1" refType="h" fact="0.9416"/>
                  <dgm:constr type="w" for="ch" forName="parTx1" refType="w" fact="0.2696"/>
                  <dgm:constr type="h" for="ch" forName="parTx1" refType="h" fact="0.0811"/>
                  <dgm:constr type="ctrX" for="ch" forName="picture1" refType="w" fact="0.7644"/>
                  <dgm:constr type="ctrY" for="ch" forName="picture1" refType="h" fact="0.9322"/>
                  <dgm:constr type="w" for="ch" forName="picture1" refType="w" fact="0.125"/>
                  <dgm:constr type="h" for="ch" forName="picture1" refType="h" fact="0.1403"/>
                  <dgm:constr type="r" for="ch" forName="parTx2" refType="w" fact="0.4937"/>
                  <dgm:constr type="t" for="ch" forName="parTx2" refType="h" fact="0.8451"/>
                  <dgm:constr type="w" for="ch" forName="parTx2" refType="w" fact="0.2696"/>
                  <dgm:constr type="h" for="ch" forName="parTx2" refType="h" fact="0.0811"/>
                  <dgm:constr type="ctrX" for="ch" forName="picture2" refType="w" fact="0.5059"/>
                  <dgm:constr type="ctrY" for="ch" forName="picture2" refType="h" fact="0.8357"/>
                  <dgm:constr type="w" for="ch" forName="picture2" refType="w" fact="0.125"/>
                  <dgm:constr type="h" for="ch" forName="picture2" refType="h" fact="0.1403"/>
                  <dgm:constr type="r" for="ch" forName="parTx3" refType="w" fact="0.3662"/>
                  <dgm:constr type="t" for="ch" forName="parTx3" refType="h" fact="0.7006"/>
                  <dgm:constr type="w" for="ch" forName="parTx3" refType="w" fact="0.2696"/>
                  <dgm:constr type="h" for="ch" forName="parTx3" refType="h" fact="0.0811"/>
                  <dgm:constr type="ctrX" for="ch" forName="picture3" refType="w" fact="0.3784"/>
                  <dgm:constr type="ctrY" for="ch" forName="picture3" refType="h" fact="0.6912"/>
                  <dgm:constr type="w" for="ch" forName="picture3" refType="w" fact="0.125"/>
                  <dgm:constr type="h" for="ch" forName="picture3" refType="h" fact="0.1403"/>
                  <dgm:constr type="r" for="ch" forName="parTx4" refType="w" fact="0.2893"/>
                  <dgm:constr type="t" for="ch" forName="parTx4" refType="h" fact="0.5424"/>
                  <dgm:constr type="w" for="ch" forName="parTx4" refType="w" fact="0.2696"/>
                  <dgm:constr type="h" for="ch" forName="parTx4" refType="h" fact="0.0811"/>
                  <dgm:constr type="ctrX" for="ch" forName="picture4" refType="w" fact="0.3015"/>
                  <dgm:constr type="ctrY" for="ch" forName="picture4" refType="h" fact="0.533"/>
                  <dgm:constr type="w" for="ch" forName="picture4" refType="w" fact="0.125"/>
                  <dgm:constr type="h" for="ch" forName="picture4" refType="h" fact="0.1403"/>
                  <dgm:constr type="r" for="ch" forName="parTx5" refType="w" fact="0.2397"/>
                  <dgm:constr type="t" for="ch" forName="parTx5" refType="h" fact="0.372"/>
                  <dgm:constr type="w" for="ch" forName="parTx5" refType="w" fact="0.2696"/>
                  <dgm:constr type="h" for="ch" forName="parTx5" refType="h" fact="0.0811"/>
                  <dgm:constr type="ctrX" for="ch" forName="picture5" refType="w" fact="0.2519"/>
                  <dgm:constr type="ctrY" for="ch" forName="picture5" refType="h" fact="0.3626"/>
                  <dgm:constr type="w" for="ch" forName="picture5" refType="w" fact="0.125"/>
                  <dgm:constr type="h" for="ch" forName="picture5" refType="h" fact="0.1403"/>
                  <dgm:constr type="r" for="ch" forName="parTx6" refType="w" fact="0.2127"/>
                  <dgm:constr type="t" for="ch" forName="parTx6" refType="h" fact="0.2044"/>
                  <dgm:constr type="w" for="ch" forName="parTx6" refType="w" fact="0.2696"/>
                  <dgm:constr type="h" for="ch" forName="parTx6" refType="h" fact="0.0811"/>
                  <dgm:constr type="ctrX" for="ch" forName="picture6" refType="w" fact="0.2249"/>
                  <dgm:constr type="ctrY" for="ch" forName="picture6" refType="h" fact="0.195"/>
                  <dgm:constr type="w" for="ch" forName="picture6" refType="w" fact="0.125"/>
                  <dgm:constr type="h" for="ch" forName="picture6" refType="h" fact="0.1403"/>
                </dgm:constrLst>
              </dgm:else>
            </dgm:choose>
          </dgm:else>
        </dgm:choose>
      </dgm:if>
      <dgm:else name="Name62">
        <dgm:choose name="Name63">
          <dgm:if name="Name64" func="var" arg="dir" op="equ" val="norm">
            <dgm:choose name="Name65">
              <dgm:if name="Name66" axis="des" func="maxDepth" op="gt" val="1">
                <dgm:alg type="composite">
                  <dgm:param type="ar" val="1.2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primFontSz" for="ch" forName="desTx7" refType="primFontSz" refFor="ch" refForName="desTx1" op="equ"/>
                  <dgm:constr type="userD" refType="w" fact="0.0097"/>
                  <dgm:constr type="ctrX" for="ch" forName="dot1" refType="w" fact="0.3909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3721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353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3337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3142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5088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4926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5836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6371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6701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6853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6627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6773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6919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7065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7212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6919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6919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l" for="ch" forName="parTx1" refType="w" fact="0.2556"/>
                  <dgm:constr type="t" for="ch" forName="parTx1" refType="h" fact="0.8856"/>
                  <dgm:constr type="w" for="ch" forName="parTx1" refType="w" fact="0.2101"/>
                  <dgm:constr type="h" for="ch" forName="parTx1" refType="h" fact="0.0704"/>
                  <dgm:constr type="ctrX" for="ch" forName="picture1" refType="w" fact="0.246"/>
                  <dgm:constr type="ctrY" for="ch" forName="picture1" refType="h" fact="0.8769"/>
                  <dgm:constr type="w" for="ch" forName="picture1" refType="w" fact="0.0974"/>
                  <dgm:constr type="h" for="ch" forName="picture1" refType="h" fact="0.1218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4535"/>
                  <dgm:constr type="t" for="ch" forName="parTx2" refType="h" fact="0.7956"/>
                  <dgm:constr type="w" for="ch" forName="parTx2" refType="w" fact="0.2101"/>
                  <dgm:constr type="h" for="ch" forName="parTx2" refType="h" fact="0.0704"/>
                  <dgm:constr type="ctrX" for="ch" forName="picture2" refType="w" fact="0.4439"/>
                  <dgm:constr type="ctrY" for="ch" forName="picture2" refType="h" fact="0.787"/>
                  <dgm:constr type="w" for="ch" forName="picture2" refType="w" fact="0.0974"/>
                  <dgm:constr type="h" for="ch" forName="picture2" refType="h" fact="0.1218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511"/>
                  <dgm:constr type="t" for="ch" forName="parTx3" refType="h" fact="0.673"/>
                  <dgm:constr type="w" for="ch" forName="parTx3" refType="w" fact="0.2101"/>
                  <dgm:constr type="h" for="ch" forName="parTx3" refType="h" fact="0.0704"/>
                  <dgm:constr type="ctrX" for="ch" forName="picture3" refType="w" fact="0.5415"/>
                  <dgm:constr type="ctrY" for="ch" forName="picture3" refType="h" fact="0.6644"/>
                  <dgm:constr type="w" for="ch" forName="picture3" refType="w" fact="0.0974"/>
                  <dgm:constr type="h" for="ch" forName="picture3" refType="h" fact="0.1218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6132"/>
                  <dgm:constr type="t" for="ch" forName="parTx4" refType="h" fact="0.538"/>
                  <dgm:constr type="w" for="ch" forName="parTx4" refType="w" fact="0.2101"/>
                  <dgm:constr type="h" for="ch" forName="parTx4" refType="h" fact="0.0704"/>
                  <dgm:constr type="ctrX" for="ch" forName="picture4" refType="w" fact="0.6037"/>
                  <dgm:constr type="ctrY" for="ch" forName="picture4" refType="h" fact="0.5294"/>
                  <dgm:constr type="w" for="ch" forName="picture4" refType="w" fact="0.0974"/>
                  <dgm:constr type="h" for="ch" forName="picture4" refType="h" fact="0.1218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  <dgm:constr type="l" for="ch" forName="parTx5" refType="w" fact="0.6576"/>
                  <dgm:constr type="t" for="ch" forName="parTx5" refType="h" fact="0.3951"/>
                  <dgm:constr type="w" for="ch" forName="parTx5" refType="w" fact="0.2101"/>
                  <dgm:constr type="h" for="ch" forName="parTx5" refType="h" fact="0.0704"/>
                  <dgm:constr type="ctrX" for="ch" forName="picture5" refType="w" fact="0.648"/>
                  <dgm:constr type="ctrY" for="ch" forName="picture5" refType="h" fact="0.3864"/>
                  <dgm:constr type="w" for="ch" forName="picture5" refType="w" fact="0.0974"/>
                  <dgm:constr type="h" for="ch" forName="picture5" refType="h" fact="0.1218"/>
                  <dgm:constr type="l" for="ch" forName="desTx5" refType="r" refFor="ch" refForName="parTx5"/>
                  <dgm:constr type="r" for="ch" forName="desTx5" refType="w"/>
                  <dgm:constr type="t" for="ch" forName="desTx5" refType="t" refFor="ch" refForName="parTx5"/>
                  <dgm:constr type="h" for="ch" forName="desTx5" refType="h" refFor="ch" refForName="parTx5"/>
                  <dgm:constr type="l" for="ch" forName="parTx6" refType="w" fact="0.6828"/>
                  <dgm:constr type="t" for="ch" forName="parTx6" refType="h" fact="0.2531"/>
                  <dgm:constr type="w" for="ch" forName="parTx6" refType="w" fact="0.2101"/>
                  <dgm:constr type="h" for="ch" forName="parTx6" refType="h" fact="0.0704"/>
                  <dgm:constr type="ctrX" for="ch" forName="picture6" refType="w" fact="0.6733"/>
                  <dgm:constr type="ctrY" for="ch" forName="picture6" refType="h" fact="0.2444"/>
                  <dgm:constr type="w" for="ch" forName="picture6" refType="w" fact="0.0974"/>
                  <dgm:constr type="h" for="ch" forName="picture6" refType="h" fact="0.1218"/>
                  <dgm:constr type="l" for="ch" forName="desTx6" refType="r" refFor="ch" refForName="parTx6"/>
                  <dgm:constr type="r" for="ch" forName="desTx6" refType="w"/>
                  <dgm:constr type="t" for="ch" forName="desTx6" refType="t" refFor="ch" refForName="parTx6"/>
                  <dgm:constr type="h" for="ch" forName="desTx6" refType="h" refFor="ch" refForName="parTx6"/>
                  <dgm:constr type="l" for="ch" forName="parTx7" refType="w" fact="0.6966"/>
                  <dgm:constr type="t" for="ch" forName="parTx7" refType="h" fact="0.1162"/>
                  <dgm:constr type="w" for="ch" forName="parTx7" refType="w" fact="0.2101"/>
                  <dgm:constr type="h" for="ch" forName="parTx7" refType="h" fact="0.0704"/>
                  <dgm:constr type="ctrX" for="ch" forName="picture7" refType="w" fact="0.6871"/>
                  <dgm:constr type="ctrY" for="ch" forName="picture7" refType="h" fact="0.1075"/>
                  <dgm:constr type="w" for="ch" forName="picture7" refType="w" fact="0.0974"/>
                  <dgm:constr type="h" for="ch" forName="picture7" refType="h" fact="0.1218"/>
                  <dgm:constr type="l" for="ch" forName="desTx7" refType="r" refFor="ch" refForName="parTx7"/>
                  <dgm:constr type="r" for="ch" forName="desTx7" refType="w"/>
                  <dgm:constr type="t" for="ch" forName="desTx7" refType="t" refFor="ch" refForName="parTx7"/>
                  <dgm:constr type="h" for="ch" forName="desTx7" refType="h" refFor="ch" refForName="parTx7"/>
                </dgm:constrLst>
              </dgm:if>
              <dgm:else name="Name67">
                <dgm:alg type="composite">
                  <dgm:param type="ar" val="1.096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userD" refType="w" fact="0.0111"/>
                  <dgm:constr type="ctrX" for="ch" forName="dot1" refType="w" fact="0.4459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4244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4026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3806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3584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5803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5618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6656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7266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7643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7816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7558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7725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7892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8058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8225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7892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7892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l" for="ch" forName="parTx1" refType="w" fact="0.2915"/>
                  <dgm:constr type="t" for="ch" forName="parTx1" refType="h" fact="0.8845"/>
                  <dgm:constr type="w" for="ch" forName="parTx1" refType="w" fact="0.2396"/>
                  <dgm:constr type="h" for="ch" forName="parTx1" refType="h" fact="0.0704"/>
                  <dgm:constr type="ctrX" for="ch" forName="picture1" refType="w" fact="0.2806"/>
                  <dgm:constr type="ctrY" for="ch" forName="picture1" refType="h" fact="0.8769"/>
                  <dgm:constr type="w" for="ch" forName="picture1" refType="w" fact="0.1111"/>
                  <dgm:constr type="h" for="ch" forName="picture1" refType="h" fact="0.1218"/>
                  <dgm:constr type="l" for="ch" forName="parTx2" refType="w" fact="0.5172"/>
                  <dgm:constr type="t" for="ch" forName="parTx2" refType="h" fact="0.7946"/>
                  <dgm:constr type="w" for="ch" forName="parTx2" refType="w" fact="0.2396"/>
                  <dgm:constr type="h" for="ch" forName="parTx2" refType="h" fact="0.0704"/>
                  <dgm:constr type="ctrX" for="ch" forName="picture2" refType="w" fact="0.5063"/>
                  <dgm:constr type="ctrY" for="ch" forName="picture2" refType="h" fact="0.787"/>
                  <dgm:constr type="w" for="ch" forName="picture2" refType="w" fact="0.1111"/>
                  <dgm:constr type="h" for="ch" forName="picture2" refType="h" fact="0.1218"/>
                  <dgm:constr type="l" for="ch" forName="parTx3" refType="w" fact="0.6285"/>
                  <dgm:constr type="t" for="ch" forName="parTx3" refType="h" fact="0.672"/>
                  <dgm:constr type="w" for="ch" forName="parTx3" refType="w" fact="0.2396"/>
                  <dgm:constr type="h" for="ch" forName="parTx3" refType="h" fact="0.0704"/>
                  <dgm:constr type="ctrX" for="ch" forName="picture3" refType="w" fact="0.6176"/>
                  <dgm:constr type="ctrY" for="ch" forName="picture3" refType="h" fact="0.6644"/>
                  <dgm:constr type="w" for="ch" forName="picture3" refType="w" fact="0.1111"/>
                  <dgm:constr type="h" for="ch" forName="picture3" refType="h" fact="0.1218"/>
                  <dgm:constr type="l" for="ch" forName="parTx4" refType="w" fact="0.6994"/>
                  <dgm:constr type="t" for="ch" forName="parTx4" refType="h" fact="0.5369"/>
                  <dgm:constr type="w" for="ch" forName="parTx4" refType="w" fact="0.2396"/>
                  <dgm:constr type="h" for="ch" forName="parTx4" refType="h" fact="0.0704"/>
                  <dgm:constr type="ctrX" for="ch" forName="picture4" refType="w" fact="0.6885"/>
                  <dgm:constr type="ctrY" for="ch" forName="picture4" refType="h" fact="0.5294"/>
                  <dgm:constr type="w" for="ch" forName="picture4" refType="w" fact="0.1111"/>
                  <dgm:constr type="h" for="ch" forName="picture4" refType="h" fact="0.1218"/>
                  <dgm:constr type="l" for="ch" forName="parTx5" refType="w" fact="0.75"/>
                  <dgm:constr type="t" for="ch" forName="parTx5" refType="h" fact="0.394"/>
                  <dgm:constr type="w" for="ch" forName="parTx5" refType="w" fact="0.2396"/>
                  <dgm:constr type="h" for="ch" forName="parTx5" refType="h" fact="0.0704"/>
                  <dgm:constr type="ctrX" for="ch" forName="picture5" refType="w" fact="0.7391"/>
                  <dgm:constr type="ctrY" for="ch" forName="picture5" refType="h" fact="0.3864"/>
                  <dgm:constr type="w" for="ch" forName="picture5" refType="w" fact="0.1111"/>
                  <dgm:constr type="h" for="ch" forName="picture5" refType="h" fact="0.1218"/>
                  <dgm:constr type="l" for="ch" forName="parTx6" refType="w" fact="0.7788"/>
                  <dgm:constr type="t" for="ch" forName="parTx6" refType="h" fact="0.252"/>
                  <dgm:constr type="w" for="ch" forName="parTx6" refType="w" fact="0.2396"/>
                  <dgm:constr type="h" for="ch" forName="parTx6" refType="h" fact="0.0704"/>
                  <dgm:constr type="ctrX" for="ch" forName="picture6" refType="w" fact="0.7679"/>
                  <dgm:constr type="ctrY" for="ch" forName="picture6" refType="h" fact="0.2444"/>
                  <dgm:constr type="w" for="ch" forName="picture6" refType="w" fact="0.1111"/>
                  <dgm:constr type="h" for="ch" forName="picture6" refType="h" fact="0.1218"/>
                  <dgm:constr type="l" for="ch" forName="parTx7" refType="w" fact="0.7945"/>
                  <dgm:constr type="t" for="ch" forName="parTx7" refType="h" fact="0.1151"/>
                  <dgm:constr type="w" for="ch" forName="parTx7" refType="w" fact="0.2396"/>
                  <dgm:constr type="h" for="ch" forName="parTx7" refType="h" fact="0.0704"/>
                  <dgm:constr type="ctrX" for="ch" forName="picture7" refType="w" fact="0.7836"/>
                  <dgm:constr type="ctrY" for="ch" forName="picture7" refType="h" fact="0.1075"/>
                  <dgm:constr type="w" for="ch" forName="picture7" refType="w" fact="0.1111"/>
                  <dgm:constr type="h" for="ch" forName="picture7" refType="h" fact="0.1218"/>
                </dgm:constrLst>
              </dgm:else>
            </dgm:choose>
          </dgm:if>
          <dgm:else name="Name68">
            <dgm:choose name="Name69">
              <dgm:if name="Name70" axis="des" func="maxDepth" op="gt" val="1">
                <dgm:alg type="composite">
                  <dgm:param type="ar" val="1.2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primFontSz" for="ch" forName="desTx7" refType="primFontSz" refFor="ch" refForName="desTx1" op="equ"/>
                  <dgm:constr type="userD" refType="w" fact="0.0097"/>
                  <dgm:constr type="ctrX" for="ch" forName="dot1" refType="w" fact="0.6091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6279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647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6663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6858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4912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5074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4164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3629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3299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3147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3373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3227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3081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2935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2788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3081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3081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r" for="ch" forName="parTx1" refType="w" fact="0.7444"/>
                  <dgm:constr type="t" for="ch" forName="parTx1" refType="h" fact="0.8856"/>
                  <dgm:constr type="w" for="ch" forName="parTx1" refType="w" fact="0.2101"/>
                  <dgm:constr type="h" for="ch" forName="parTx1" refType="h" fact="0.0704"/>
                  <dgm:constr type="ctrX" for="ch" forName="picture1" refType="w" fact="0.754"/>
                  <dgm:constr type="ctrY" for="ch" forName="picture1" refType="h" fact="0.8769"/>
                  <dgm:constr type="w" for="ch" forName="picture1" refType="w" fact="0.0974"/>
                  <dgm:constr type="h" for="ch" forName="picture1" refType="h" fact="0.1218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5465"/>
                  <dgm:constr type="t" for="ch" forName="parTx2" refType="h" fact="0.7956"/>
                  <dgm:constr type="w" for="ch" forName="parTx2" refType="w" fact="0.2101"/>
                  <dgm:constr type="h" for="ch" forName="parTx2" refType="h" fact="0.0704"/>
                  <dgm:constr type="ctrX" for="ch" forName="picture2" refType="w" fact="0.5561"/>
                  <dgm:constr type="ctrY" for="ch" forName="picture2" refType="h" fact="0.787"/>
                  <dgm:constr type="w" for="ch" forName="picture2" refType="w" fact="0.0974"/>
                  <dgm:constr type="h" for="ch" forName="picture2" refType="h" fact="0.1218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489"/>
                  <dgm:constr type="t" for="ch" forName="parTx3" refType="h" fact="0.673"/>
                  <dgm:constr type="w" for="ch" forName="parTx3" refType="w" fact="0.2101"/>
                  <dgm:constr type="h" for="ch" forName="parTx3" refType="h" fact="0.0704"/>
                  <dgm:constr type="ctrX" for="ch" forName="picture3" refType="w" fact="0.4585"/>
                  <dgm:constr type="ctrY" for="ch" forName="picture3" refType="h" fact="0.6644"/>
                  <dgm:constr type="w" for="ch" forName="picture3" refType="w" fact="0.0974"/>
                  <dgm:constr type="h" for="ch" forName="picture3" refType="h" fact="0.1218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3868"/>
                  <dgm:constr type="t" for="ch" forName="parTx4" refType="h" fact="0.538"/>
                  <dgm:constr type="w" for="ch" forName="parTx4" refType="w" fact="0.2101"/>
                  <dgm:constr type="h" for="ch" forName="parTx4" refType="h" fact="0.0704"/>
                  <dgm:constr type="ctrX" for="ch" forName="picture4" refType="w" fact="0.3963"/>
                  <dgm:constr type="ctrY" for="ch" forName="picture4" refType="h" fact="0.5294"/>
                  <dgm:constr type="w" for="ch" forName="picture4" refType="w" fact="0.0974"/>
                  <dgm:constr type="h" for="ch" forName="picture4" refType="h" fact="0.1218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  <dgm:constr type="r" for="ch" forName="parTx5" refType="w" fact="0.3424"/>
                  <dgm:constr type="t" for="ch" forName="parTx5" refType="h" fact="0.3951"/>
                  <dgm:constr type="w" for="ch" forName="parTx5" refType="w" fact="0.2101"/>
                  <dgm:constr type="h" for="ch" forName="parTx5" refType="h" fact="0.0704"/>
                  <dgm:constr type="ctrX" for="ch" forName="picture5" refType="w" fact="0.352"/>
                  <dgm:constr type="ctrY" for="ch" forName="picture5" refType="h" fact="0.3864"/>
                  <dgm:constr type="w" for="ch" forName="picture5" refType="w" fact="0.0974"/>
                  <dgm:constr type="h" for="ch" forName="picture5" refType="h" fact="0.1218"/>
                  <dgm:constr type="r" for="ch" forName="desTx5" refType="l" refFor="ch" refForName="parTx5"/>
                  <dgm:constr type="l" for="ch" forName="desTx5"/>
                  <dgm:constr type="t" for="ch" forName="desTx5" refType="t" refFor="ch" refForName="parTx5"/>
                  <dgm:constr type="h" for="ch" forName="desTx5" refType="h" refFor="ch" refForName="parTx5"/>
                  <dgm:constr type="r" for="ch" forName="parTx6" refType="w" fact="0.3172"/>
                  <dgm:constr type="t" for="ch" forName="parTx6" refType="h" fact="0.2531"/>
                  <dgm:constr type="w" for="ch" forName="parTx6" refType="w" fact="0.2101"/>
                  <dgm:constr type="h" for="ch" forName="parTx6" refType="h" fact="0.0704"/>
                  <dgm:constr type="ctrX" for="ch" forName="picture6" refType="w" fact="0.3267"/>
                  <dgm:constr type="ctrY" for="ch" forName="picture6" refType="h" fact="0.2444"/>
                  <dgm:constr type="w" for="ch" forName="picture6" refType="w" fact="0.0974"/>
                  <dgm:constr type="h" for="ch" forName="picture6" refType="h" fact="0.1218"/>
                  <dgm:constr type="r" for="ch" forName="desTx6" refType="l" refFor="ch" refForName="parTx6"/>
                  <dgm:constr type="l" for="ch" forName="desTx6"/>
                  <dgm:constr type="t" for="ch" forName="desTx6" refType="t" refFor="ch" refForName="parTx6"/>
                  <dgm:constr type="h" for="ch" forName="desTx6" refType="h" refFor="ch" refForName="parTx6"/>
                  <dgm:constr type="r" for="ch" forName="parTx7" refType="w" fact="0.3034"/>
                  <dgm:constr type="t" for="ch" forName="parTx7" refType="h" fact="0.1162"/>
                  <dgm:constr type="w" for="ch" forName="parTx7" refType="w" fact="0.2101"/>
                  <dgm:constr type="h" for="ch" forName="parTx7" refType="h" fact="0.0704"/>
                  <dgm:constr type="ctrX" for="ch" forName="picture7" refType="w" fact="0.3129"/>
                  <dgm:constr type="ctrY" for="ch" forName="picture7" refType="h" fact="0.1075"/>
                  <dgm:constr type="w" for="ch" forName="picture7" refType="w" fact="0.0974"/>
                  <dgm:constr type="h" for="ch" forName="picture7" refType="h" fact="0.1218"/>
                  <dgm:constr type="r" for="ch" forName="desTx7" refType="l" refFor="ch" refForName="parTx7"/>
                  <dgm:constr type="l" for="ch" forName="desTx7"/>
                  <dgm:constr type="t" for="ch" forName="desTx7" refType="t" refFor="ch" refForName="parTx7"/>
                  <dgm:constr type="h" for="ch" forName="desTx7" refType="h" refFor="ch" refForName="parTx7"/>
                </dgm:constrLst>
              </dgm:if>
              <dgm:else name="Name71">
                <dgm:alg type="composite">
                  <dgm:param type="ar" val="1.096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userD" refType="w" fact="0.0111"/>
                  <dgm:constr type="ctrX" for="ch" forName="dot1" refType="w" fact="0.5541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5756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5974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6194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6416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4197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4382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3344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2734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2357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2184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2442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2275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2108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1942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1775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2108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2108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r" for="ch" forName="parTx1" refType="w" fact="0.7085"/>
                  <dgm:constr type="t" for="ch" forName="parTx1" refType="h" fact="0.8845"/>
                  <dgm:constr type="w" for="ch" forName="parTx1" refType="w" fact="0.2396"/>
                  <dgm:constr type="h" for="ch" forName="parTx1" refType="h" fact="0.0704"/>
                  <dgm:constr type="ctrX" for="ch" forName="picture1" refType="w" fact="0.7194"/>
                  <dgm:constr type="ctrY" for="ch" forName="picture1" refType="h" fact="0.8769"/>
                  <dgm:constr type="w" for="ch" forName="picture1" refType="w" fact="0.1111"/>
                  <dgm:constr type="h" for="ch" forName="picture1" refType="h" fact="0.1218"/>
                  <dgm:constr type="r" for="ch" forName="parTx2" refType="w" fact="0.4828"/>
                  <dgm:constr type="t" for="ch" forName="parTx2" refType="h" fact="0.7946"/>
                  <dgm:constr type="w" for="ch" forName="parTx2" refType="w" fact="0.2396"/>
                  <dgm:constr type="h" for="ch" forName="parTx2" refType="h" fact="0.0704"/>
                  <dgm:constr type="ctrX" for="ch" forName="picture2" refType="w" fact="0.4937"/>
                  <dgm:constr type="ctrY" for="ch" forName="picture2" refType="h" fact="0.787"/>
                  <dgm:constr type="w" for="ch" forName="picture2" refType="w" fact="0.1111"/>
                  <dgm:constr type="h" for="ch" forName="picture2" refType="h" fact="0.1218"/>
                  <dgm:constr type="r" for="ch" forName="parTx3" refType="w" fact="0.3715"/>
                  <dgm:constr type="t" for="ch" forName="parTx3" refType="h" fact="0.672"/>
                  <dgm:constr type="w" for="ch" forName="parTx3" refType="w" fact="0.2396"/>
                  <dgm:constr type="h" for="ch" forName="parTx3" refType="h" fact="0.0704"/>
                  <dgm:constr type="ctrX" for="ch" forName="picture3" refType="w" fact="0.3824"/>
                  <dgm:constr type="ctrY" for="ch" forName="picture3" refType="h" fact="0.6644"/>
                  <dgm:constr type="w" for="ch" forName="picture3" refType="w" fact="0.1111"/>
                  <dgm:constr type="h" for="ch" forName="picture3" refType="h" fact="0.1218"/>
                  <dgm:constr type="r" for="ch" forName="parTx4" refType="w" fact="0.3006"/>
                  <dgm:constr type="t" for="ch" forName="parTx4" refType="h" fact="0.5369"/>
                  <dgm:constr type="w" for="ch" forName="parTx4" refType="w" fact="0.2396"/>
                  <dgm:constr type="h" for="ch" forName="parTx4" refType="h" fact="0.0704"/>
                  <dgm:constr type="ctrX" for="ch" forName="picture4" refType="w" fact="0.3115"/>
                  <dgm:constr type="ctrY" for="ch" forName="picture4" refType="h" fact="0.5294"/>
                  <dgm:constr type="w" for="ch" forName="picture4" refType="w" fact="0.1111"/>
                  <dgm:constr type="h" for="ch" forName="picture4" refType="h" fact="0.1218"/>
                  <dgm:constr type="r" for="ch" forName="parTx5" refType="w" fact="0.25"/>
                  <dgm:constr type="t" for="ch" forName="parTx5" refType="h" fact="0.394"/>
                  <dgm:constr type="w" for="ch" forName="parTx5" refType="w" fact="0.2396"/>
                  <dgm:constr type="h" for="ch" forName="parTx5" refType="h" fact="0.0704"/>
                  <dgm:constr type="ctrX" for="ch" forName="picture5" refType="w" fact="0.2609"/>
                  <dgm:constr type="ctrY" for="ch" forName="picture5" refType="h" fact="0.3864"/>
                  <dgm:constr type="w" for="ch" forName="picture5" refType="w" fact="0.1111"/>
                  <dgm:constr type="h" for="ch" forName="picture5" refType="h" fact="0.1218"/>
                  <dgm:constr type="r" for="ch" forName="parTx6" refType="w" fact="0.2212"/>
                  <dgm:constr type="t" for="ch" forName="parTx6" refType="h" fact="0.252"/>
                  <dgm:constr type="w" for="ch" forName="parTx6" refType="w" fact="0.2396"/>
                  <dgm:constr type="h" for="ch" forName="parTx6" refType="h" fact="0.0704"/>
                  <dgm:constr type="ctrX" for="ch" forName="picture6" refType="w" fact="0.2321"/>
                  <dgm:constr type="ctrY" for="ch" forName="picture6" refType="h" fact="0.2444"/>
                  <dgm:constr type="w" for="ch" forName="picture6" refType="w" fact="0.1111"/>
                  <dgm:constr type="h" for="ch" forName="picture6" refType="h" fact="0.1218"/>
                  <dgm:constr type="r" for="ch" forName="parTx7" refType="w" fact="0.2055"/>
                  <dgm:constr type="t" for="ch" forName="parTx7" refType="h" fact="0.1151"/>
                  <dgm:constr type="w" for="ch" forName="parTx7" refType="w" fact="0.2396"/>
                  <dgm:constr type="h" for="ch" forName="parTx7" refType="h" fact="0.0704"/>
                  <dgm:constr type="ctrX" for="ch" forName="picture7" refType="w" fact="0.2164"/>
                  <dgm:constr type="ctrY" for="ch" forName="picture7" refType="h" fact="0.1075"/>
                  <dgm:constr type="w" for="ch" forName="picture7" refType="w" fact="0.1111"/>
                  <dgm:constr type="h" for="ch" forName="picture7" refType="h" fact="0.1218"/>
                </dgm:constrLst>
              </dgm:else>
            </dgm:choose>
          </dgm:else>
        </dgm:choose>
      </dgm:else>
    </dgm:choose>
    <dgm:forEach name="wrapper" axis="self" ptType="parTrans">
      <dgm:forEach name="wrapper2" axis="self" ptType="sibTrans" st="2">
        <dgm:forEach name="imageRepeat" axis="self">
          <dgm:layoutNode name="imageRepeatNode" styleLbl="fgImgPlace1">
            <dgm:alg type="sp"/>
            <dgm:shape xmlns:r="http://schemas.openxmlformats.org/officeDocument/2006/relationships" type="ellipse" r:blip="" blipPhldr="1">
              <dgm:adjLst/>
            </dgm:shape>
            <dgm:presOf axis="self"/>
          </dgm:layoutNode>
        </dgm:forEach>
      </dgm:forEach>
    </dgm:forEach>
    <dgm:choose name="Name72">
      <dgm:if name="Name73" axis="ch" ptType="node" func="cnt" op="gte" val="2">
        <dgm:layoutNode name="dot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74"/>
    </dgm:choose>
    <dgm:choose name="Name75">
      <dgm:if name="Name76" axis="ch" ptType="node" func="cnt" op="gte" val="3">
        <dgm:layoutNode name="dot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77"/>
    </dgm:choose>
    <dgm:choose name="Name78">
      <dgm:if name="Name79" axis="ch" ptType="node" func="cnt" op="gte" val="4">
        <dgm:layoutNode name="dot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0"/>
    </dgm:choose>
    <dgm:choose name="Name81">
      <dgm:if name="Name82" axis="ch" ptType="node" func="cnt" op="gte" val="5">
        <dgm:layoutNode name="dot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8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3"/>
    </dgm:choose>
    <dgm:choose name="Name84">
      <dgm:if name="Name85" axis="ch" ptType="node" func="cnt" op="gte" val="6">
        <dgm:layoutNode name="dot9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10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6"/>
    </dgm:choose>
    <dgm:choose name="Name87">
      <dgm:if name="Name88" axis="ch" ptType="node" func="cnt" op="gte" val="7">
        <dgm:layoutNode name="dot1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9"/>
    </dgm:choose>
    <dgm:choose name="Name90">
      <dgm:if name="Name91" axis="ch" ptType="node" func="cnt" op="gte" val="2">
        <dgm:layoutNode name="dotArrow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92"/>
    </dgm:choose>
    <dgm:forEach name="Name93" axis="ch" ptType="node" cnt="1">
      <dgm:layoutNode name="parTx1">
        <dgm:choose name="Name94">
          <dgm:if name="Name95" func="var" arg="dir" op="equ" val="norm">
            <dgm:alg type="tx">
              <dgm:param type="parTxLTRAlign" val="l"/>
              <dgm:param type="parTxRTLAlign" val="r"/>
            </dgm:alg>
          </dgm:if>
          <dgm:else name="Name96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97">
          <dgm:if name="Name98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99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00">
        <dgm:if name="Name101" axis="ch" ptType="node" func="cnt" op="gte" val="1">
          <dgm:layoutNode name="desTx1" styleLbl="revTx">
            <dgm:varLst>
              <dgm:bulletEnabled val="1"/>
            </dgm:varLst>
            <dgm:choose name="Name102">
              <dgm:if name="Name103" func="var" arg="dir" op="equ" val="norm">
                <dgm:choose name="Name104">
                  <dgm:if name="Name105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06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07">
                <dgm:choose name="Name108">
                  <dgm:if name="Name109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10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11"/>
      </dgm:choose>
    </dgm:forEach>
    <dgm:forEach name="Name112" axis="ch" ptType="sibTrans" hideLastTrans="0" cnt="1">
      <dgm:layoutNode name="picture1">
        <dgm:alg type="sp"/>
        <dgm:shape xmlns:r="http://schemas.openxmlformats.org/officeDocument/2006/relationships" r:blip="">
          <dgm:adjLst/>
        </dgm:shape>
        <dgm:presOf/>
        <dgm:constrLst/>
        <dgm:forEach name="Name113" ref="imageRepeat"/>
      </dgm:layoutNode>
    </dgm:forEach>
    <dgm:forEach name="Name114" axis="ch" ptType="node" st="2" cnt="1">
      <dgm:layoutNode name="parTx2">
        <dgm:choose name="Name115">
          <dgm:if name="Name116" func="var" arg="dir" op="equ" val="norm">
            <dgm:alg type="tx">
              <dgm:param type="parTxLTRAlign" val="l"/>
              <dgm:param type="parTxRTLAlign" val="r"/>
            </dgm:alg>
          </dgm:if>
          <dgm:else name="Name117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18">
          <dgm:if name="Name119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20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21">
        <dgm:if name="Name122" axis="ch" ptType="node" func="cnt" op="gte" val="1">
          <dgm:layoutNode name="desTx2" styleLbl="revTx">
            <dgm:varLst>
              <dgm:bulletEnabled val="1"/>
            </dgm:varLst>
            <dgm:choose name="Name123">
              <dgm:if name="Name124" func="var" arg="dir" op="equ" val="norm">
                <dgm:choose name="Name125">
                  <dgm:if name="Name126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27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28">
                <dgm:choose name="Name129">
                  <dgm:if name="Name130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31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32"/>
      </dgm:choose>
    </dgm:forEach>
    <dgm:forEach name="Name133" axis="ch" ptType="sibTrans" hideLastTrans="0" st="2" cnt="1">
      <dgm:layoutNode name="picture2">
        <dgm:alg type="sp"/>
        <dgm:shape xmlns:r="http://schemas.openxmlformats.org/officeDocument/2006/relationships" r:blip="">
          <dgm:adjLst/>
        </dgm:shape>
        <dgm:presOf/>
        <dgm:constrLst/>
        <dgm:forEach name="Name134" ref="imageRepeat"/>
      </dgm:layoutNode>
    </dgm:forEach>
    <dgm:forEach name="Name135" axis="ch" ptType="node" st="3" cnt="1">
      <dgm:layoutNode name="parTx3">
        <dgm:choose name="Name136">
          <dgm:if name="Name137" func="var" arg="dir" op="equ" val="norm">
            <dgm:alg type="tx">
              <dgm:param type="parTxLTRAlign" val="l"/>
              <dgm:param type="parTxRTLAlign" val="r"/>
            </dgm:alg>
          </dgm:if>
          <dgm:else name="Name138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39">
          <dgm:if name="Name140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41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42">
        <dgm:if name="Name143" axis="ch" ptType="node" func="cnt" op="gte" val="1">
          <dgm:layoutNode name="desTx3" styleLbl="revTx">
            <dgm:varLst>
              <dgm:bulletEnabled val="1"/>
            </dgm:varLst>
            <dgm:choose name="Name144">
              <dgm:if name="Name145" func="var" arg="dir" op="equ" val="norm">
                <dgm:choose name="Name146">
                  <dgm:if name="Name147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48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49">
                <dgm:choose name="Name150">
                  <dgm:if name="Name151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5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53"/>
      </dgm:choose>
    </dgm:forEach>
    <dgm:forEach name="Name154" axis="ch" ptType="sibTrans" hideLastTrans="0" st="3" cnt="1">
      <dgm:layoutNode name="picture3">
        <dgm:alg type="sp"/>
        <dgm:shape xmlns:r="http://schemas.openxmlformats.org/officeDocument/2006/relationships" r:blip="">
          <dgm:adjLst/>
        </dgm:shape>
        <dgm:presOf/>
        <dgm:constrLst/>
        <dgm:forEach name="Name155" ref="imageRepeat"/>
      </dgm:layoutNode>
    </dgm:forEach>
    <dgm:forEach name="Name156" axis="ch" ptType="node" st="4" cnt="1">
      <dgm:layoutNode name="parTx4">
        <dgm:choose name="Name157">
          <dgm:if name="Name158" func="var" arg="dir" op="equ" val="norm">
            <dgm:alg type="tx">
              <dgm:param type="parTxLTRAlign" val="l"/>
              <dgm:param type="parTxRTLAlign" val="r"/>
            </dgm:alg>
          </dgm:if>
          <dgm:else name="Name159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60">
          <dgm:if name="Name161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62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63">
        <dgm:if name="Name164" axis="ch" ptType="node" func="cnt" op="gte" val="1">
          <dgm:layoutNode name="desTx4" styleLbl="revTx">
            <dgm:varLst>
              <dgm:bulletEnabled val="1"/>
            </dgm:varLst>
            <dgm:choose name="Name165">
              <dgm:if name="Name166" func="var" arg="dir" op="equ" val="norm">
                <dgm:choose name="Name167">
                  <dgm:if name="Name168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69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70">
                <dgm:choose name="Name171">
                  <dgm:if name="Name172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73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74"/>
      </dgm:choose>
    </dgm:forEach>
    <dgm:forEach name="Name175" axis="ch" ptType="sibTrans" hideLastTrans="0" st="4" cnt="1">
      <dgm:layoutNode name="picture4">
        <dgm:alg type="sp"/>
        <dgm:shape xmlns:r="http://schemas.openxmlformats.org/officeDocument/2006/relationships" r:blip="">
          <dgm:adjLst/>
        </dgm:shape>
        <dgm:presOf/>
        <dgm:constrLst/>
        <dgm:forEach name="Name176" ref="imageRepeat"/>
      </dgm:layoutNode>
    </dgm:forEach>
    <dgm:forEach name="Name177" axis="ch" ptType="node" st="5" cnt="1">
      <dgm:layoutNode name="parTx5">
        <dgm:choose name="Name178">
          <dgm:if name="Name179" func="var" arg="dir" op="equ" val="norm">
            <dgm:alg type="tx">
              <dgm:param type="parTxLTRAlign" val="l"/>
              <dgm:param type="parTxRTLAlign" val="r"/>
            </dgm:alg>
          </dgm:if>
          <dgm:else name="Name180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81">
          <dgm:if name="Name182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83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84">
        <dgm:if name="Name185" axis="ch" ptType="node" func="cnt" op="gte" val="1">
          <dgm:layoutNode name="desTx5" styleLbl="revTx">
            <dgm:varLst>
              <dgm:bulletEnabled val="1"/>
            </dgm:varLst>
            <dgm:choose name="Name186">
              <dgm:if name="Name187" func="var" arg="dir" op="equ" val="norm">
                <dgm:choose name="Name188">
                  <dgm:if name="Name189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90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91">
                <dgm:choose name="Name192">
                  <dgm:if name="Name193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94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95"/>
      </dgm:choose>
    </dgm:forEach>
    <dgm:forEach name="Name196" axis="ch" ptType="sibTrans" hideLastTrans="0" st="5" cnt="1">
      <dgm:layoutNode name="picture5">
        <dgm:alg type="sp"/>
        <dgm:shape xmlns:r="http://schemas.openxmlformats.org/officeDocument/2006/relationships" r:blip="">
          <dgm:adjLst/>
        </dgm:shape>
        <dgm:presOf/>
        <dgm:constrLst/>
        <dgm:forEach name="Name197" ref="imageRepeat"/>
      </dgm:layoutNode>
    </dgm:forEach>
    <dgm:forEach name="Name198" axis="ch" ptType="node" st="6" cnt="1">
      <dgm:layoutNode name="parTx6">
        <dgm:choose name="Name199">
          <dgm:if name="Name200" func="var" arg="dir" op="equ" val="norm">
            <dgm:alg type="tx">
              <dgm:param type="parTxLTRAlign" val="l"/>
              <dgm:param type="parTxRTLAlign" val="r"/>
            </dgm:alg>
          </dgm:if>
          <dgm:else name="Name201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202">
          <dgm:if name="Name203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204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205">
        <dgm:if name="Name206" axis="ch" ptType="node" func="cnt" op="gte" val="1">
          <dgm:layoutNode name="desTx6" styleLbl="revTx">
            <dgm:varLst>
              <dgm:bulletEnabled val="1"/>
            </dgm:varLst>
            <dgm:choose name="Name207">
              <dgm:if name="Name208" func="var" arg="dir" op="equ" val="norm">
                <dgm:choose name="Name209">
                  <dgm:if name="Name210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211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212">
                <dgm:choose name="Name213">
                  <dgm:if name="Name214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215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216"/>
      </dgm:choose>
    </dgm:forEach>
    <dgm:forEach name="Name217" axis="ch" ptType="sibTrans" hideLastTrans="0" st="6" cnt="1">
      <dgm:layoutNode name="picture6">
        <dgm:alg type="sp"/>
        <dgm:shape xmlns:r="http://schemas.openxmlformats.org/officeDocument/2006/relationships" r:blip="">
          <dgm:adjLst/>
        </dgm:shape>
        <dgm:presOf/>
        <dgm:constrLst/>
        <dgm:forEach name="Name218" ref="imageRepeat"/>
      </dgm:layoutNode>
    </dgm:forEach>
    <dgm:forEach name="Name219" axis="ch" ptType="node" st="7" cnt="1">
      <dgm:layoutNode name="parTx7">
        <dgm:choose name="Name220">
          <dgm:if name="Name221" func="var" arg="dir" op="equ" val="norm">
            <dgm:alg type="tx">
              <dgm:param type="parTxLTRAlign" val="l"/>
              <dgm:param type="parTxRTLAlign" val="r"/>
            </dgm:alg>
          </dgm:if>
          <dgm:else name="Name222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223">
          <dgm:if name="Name224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225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226">
        <dgm:if name="Name227" axis="ch" ptType="node" func="cnt" op="gte" val="1">
          <dgm:layoutNode name="desTx7" styleLbl="revTx">
            <dgm:varLst>
              <dgm:bulletEnabled val="1"/>
            </dgm:varLst>
            <dgm:choose name="Name228">
              <dgm:if name="Name229" func="var" arg="dir" op="equ" val="norm">
                <dgm:choose name="Name230">
                  <dgm:if name="Name231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232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233">
                <dgm:choose name="Name234">
                  <dgm:if name="Name235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236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237"/>
      </dgm:choose>
    </dgm:forEach>
    <dgm:forEach name="Name238" axis="ch" ptType="sibTrans" hideLastTrans="0" st="7" cnt="1">
      <dgm:layoutNode name="picture7">
        <dgm:alg type="sp"/>
        <dgm:shape xmlns:r="http://schemas.openxmlformats.org/officeDocument/2006/relationships" r:blip="">
          <dgm:adjLst/>
        </dgm:shape>
        <dgm:presOf/>
        <dgm:constrLst/>
        <dgm:forEach name="Name239" ref="imageRepeat"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6618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Bonjour à toute et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tous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</a:t>
            </a:r>
          </a:p>
          <a:p>
            <a:endParaRPr lang="en-GB" sz="3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m’appelle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Mohamad Nabaa, je suis dans la tech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depuis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15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arhictecte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solution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depuis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4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d’experience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dans le GenAI</a:t>
            </a:r>
          </a:p>
          <a:p>
            <a:endParaRPr lang="en-GB" sz="3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Dans le cadre de la process de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recruitement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vous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m’avez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demander de preparer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presentation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autour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renove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 chatbot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statitque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pour un client LUXE et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c’est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pour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cela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suis la.</a:t>
            </a:r>
          </a:p>
          <a:p>
            <a:endParaRPr lang="en-GB" sz="3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presentation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couvriria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les point </a:t>
            </a:r>
            <a:r>
              <a:rPr lang="en-GB" sz="3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suivants</a:t>
            </a:r>
            <a:r>
              <a:rPr lang="en-GB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629009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</a:t>
            </a:r>
            <a:r>
              <a:rPr lang="en-GB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Problème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client a 25000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collaborateur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interne. Il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augmente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sons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porductivite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le chatbot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statique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 la chatbot agentic; ca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 chatbot qui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execute les actions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complexe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place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l’utilisatur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l’environment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completment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secure.</a:t>
            </a:r>
            <a:endParaRPr lang="en-GB" sz="3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Alors, La Vision est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l’experience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du chatbot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statique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Agentic qui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ont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v’appelle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Agentic Workflow Platform.</a:t>
            </a:r>
            <a:b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F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cœur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cette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agentic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worflow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c’est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l’architecture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logique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besoin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commande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équipe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virtuelle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précise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intelligente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et interactive avec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tous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besoins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choisi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pour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cette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architecture le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supervisor-agent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modèle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gouvernance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centralisé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superviseur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LangGraph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agents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spécialisés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CrewAI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capables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d'exécuter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actions complexes avec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outilles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dans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ServiceNow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Salesforce,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Hubspot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VertexAI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BigQuery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Chaque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décision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prise par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l'IA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tracée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et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partager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Cloud Trace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pour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garantir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transparence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observabilité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FR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cœur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du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système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isolé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dans un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périmètre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VPC Service Control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sur GCP,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garantissant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les données ne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quittent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jamais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l'environnement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sécurisé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Identité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et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Accès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L'authentification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gérée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IAP (Identity-Aware Proxy)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assurant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propagation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l'identité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l'utilisateur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Souveraineté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Données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localisés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Europe (EU Residency)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Connectivité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Maîtrisée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Tous les flux 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 un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Cloud NAT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avec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IP fixe whitelisted,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sécurisant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échanges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via REST/OAuth.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Scalabilité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Serverless 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L'utilisation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Cloud Run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permet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mise à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l'échelle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automatique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l'usage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optimisant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coûts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tout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supportant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charge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allant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jusqu'à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25 000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utilisateurs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FR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0C390-7CAB-62EC-9158-51BA293EE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BBB2F-755F-AE08-09BF-7D7C82CFD1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BCF01-E456-8D23-91F3-30E623E9BE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sz="1600" dirty="0">
              <a:solidFill>
                <a:srgbClr val="0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7C20E0-20E3-0514-B5CA-18C061430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615656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Intégration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Multi-Sources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FR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prévoit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remplacer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coûts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récurrents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support par un budget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développement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stratégique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351457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Avec un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déploiement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progressif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sur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mois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plateforme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offre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scalabilité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serverless qui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ajuste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coûts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fonction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l'usage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réel</a:t>
            </a:r>
            <a:endParaRPr lang="en-FR" dirty="0"/>
          </a:p>
          <a:p>
            <a:br>
              <a:rPr lang="en-GB" b="1" dirty="0"/>
            </a:br>
            <a:br>
              <a:rPr lang="en-GB" b="1" dirty="0"/>
            </a:br>
            <a:r>
              <a:rPr lang="en-GB" b="1" dirty="0"/>
              <a:t>Infrastructure </a:t>
            </a:r>
            <a:r>
              <a:rPr lang="en-GB" b="1" dirty="0" err="1"/>
              <a:t>OpEx</a:t>
            </a:r>
            <a:r>
              <a:rPr lang="en-GB" b="1" dirty="0"/>
              <a:t> :</a:t>
            </a:r>
            <a:r>
              <a:rPr lang="en-GB" dirty="0"/>
              <a:t> Environ </a:t>
            </a:r>
            <a:r>
              <a:rPr lang="en-GB" b="1" dirty="0"/>
              <a:t>6 500 € / </a:t>
            </a:r>
            <a:r>
              <a:rPr lang="en-GB" b="1" dirty="0" err="1"/>
              <a:t>mois</a:t>
            </a:r>
            <a:r>
              <a:rPr lang="en-GB" dirty="0"/>
              <a:t> (</a:t>
            </a:r>
            <a:r>
              <a:rPr lang="en-GB" dirty="0" err="1"/>
              <a:t>incluant</a:t>
            </a:r>
            <a:r>
              <a:rPr lang="en-GB" dirty="0"/>
              <a:t> Cloud Run, la Vector DB et les tokens LLM pour 1 000 </a:t>
            </a:r>
            <a:r>
              <a:rPr lang="en-GB" dirty="0" err="1"/>
              <a:t>utilisateurs</a:t>
            </a:r>
            <a:r>
              <a:rPr lang="en-GB" dirty="0"/>
              <a:t>).</a:t>
            </a:r>
          </a:p>
          <a:p>
            <a:r>
              <a:rPr lang="en-GB" b="1" dirty="0"/>
              <a:t>Équipe </a:t>
            </a:r>
            <a:r>
              <a:rPr lang="en-GB" b="1" dirty="0" err="1"/>
              <a:t>Opérationnelle</a:t>
            </a:r>
            <a:r>
              <a:rPr lang="en-GB" b="1" dirty="0"/>
              <a:t> :</a:t>
            </a:r>
            <a:r>
              <a:rPr lang="en-GB" dirty="0"/>
              <a:t> </a:t>
            </a:r>
            <a:r>
              <a:rPr lang="en-GB" dirty="0" err="1"/>
              <a:t>Prévoir</a:t>
            </a:r>
            <a:r>
              <a:rPr lang="en-GB" dirty="0"/>
              <a:t> environ </a:t>
            </a:r>
            <a:r>
              <a:rPr lang="en-GB" b="1" dirty="0"/>
              <a:t>2,5 FTE</a:t>
            </a:r>
            <a:r>
              <a:rPr lang="en-GB" dirty="0"/>
              <a:t> (Platform Engineer + Data Steward + FTE) pour la maintenance des </a:t>
            </a:r>
            <a:r>
              <a:rPr lang="en-GB" dirty="0" err="1"/>
              <a:t>connecteurs</a:t>
            </a:r>
            <a:r>
              <a:rPr lang="en-GB" dirty="0"/>
              <a:t> et la </a:t>
            </a:r>
            <a:r>
              <a:rPr lang="en-GB" dirty="0" err="1"/>
              <a:t>gouvernance</a:t>
            </a:r>
            <a:r>
              <a:rPr lang="en-GB" dirty="0"/>
              <a:t>.</a:t>
            </a:r>
          </a:p>
          <a:p>
            <a:r>
              <a:rPr lang="en-GB" b="1" dirty="0" err="1"/>
              <a:t>Phasage</a:t>
            </a:r>
            <a:r>
              <a:rPr lang="en-GB" b="1" dirty="0"/>
              <a:t> du </a:t>
            </a:r>
            <a:r>
              <a:rPr lang="en-GB" b="1" dirty="0" err="1"/>
              <a:t>projet</a:t>
            </a:r>
            <a:r>
              <a:rPr lang="en-GB" b="1" dirty="0"/>
              <a:t> :</a:t>
            </a:r>
            <a:endParaRPr lang="en-GB" dirty="0"/>
          </a:p>
          <a:p>
            <a:r>
              <a:rPr lang="en-GB" b="1" dirty="0"/>
              <a:t>Build Phase-&gt; MVP :</a:t>
            </a:r>
            <a:r>
              <a:rPr lang="en-GB" dirty="0"/>
              <a:t> Focus sur le FAQ et la base de </a:t>
            </a:r>
            <a:r>
              <a:rPr lang="en-GB" dirty="0" err="1"/>
              <a:t>connaissances</a:t>
            </a:r>
            <a:r>
              <a:rPr lang="en-GB" dirty="0"/>
              <a:t> (</a:t>
            </a:r>
            <a:r>
              <a:rPr lang="en-GB" dirty="0" err="1"/>
              <a:t>priorité</a:t>
            </a:r>
            <a:r>
              <a:rPr lang="en-GB" dirty="0"/>
              <a:t> </a:t>
            </a:r>
            <a:r>
              <a:rPr lang="en-GB" dirty="0" err="1"/>
              <a:t>Sécurité</a:t>
            </a:r>
            <a:r>
              <a:rPr lang="en-GB" dirty="0"/>
              <a:t> &amp; Hosting).</a:t>
            </a:r>
          </a:p>
          <a:p>
            <a:r>
              <a:rPr lang="en-GB" b="1" dirty="0"/>
              <a:t>Run Phase-&gt; MMP :</a:t>
            </a:r>
            <a:r>
              <a:rPr lang="en-GB" dirty="0"/>
              <a:t> Industrialisation avec focus sur la CI/CD, </a:t>
            </a:r>
            <a:r>
              <a:rPr lang="en-GB" dirty="0" err="1"/>
              <a:t>l'observabilité</a:t>
            </a:r>
            <a:r>
              <a:rPr lang="en-GB" dirty="0"/>
              <a:t> et les </a:t>
            </a:r>
            <a:r>
              <a:rPr lang="en-GB" dirty="0" err="1"/>
              <a:t>capacités</a:t>
            </a:r>
            <a:r>
              <a:rPr lang="en-GB" dirty="0"/>
              <a:t> </a:t>
            </a:r>
            <a:r>
              <a:rPr lang="en-GB" dirty="0" err="1"/>
              <a:t>d'actions</a:t>
            </a:r>
            <a:r>
              <a:rPr lang="en-GB" dirty="0"/>
              <a:t>.</a:t>
            </a:r>
          </a:p>
          <a:p>
            <a:r>
              <a:rPr lang="en-GB" b="1" dirty="0"/>
              <a:t>Phase 3 :</a:t>
            </a:r>
            <a:r>
              <a:rPr lang="en-GB" dirty="0"/>
              <a:t> </a:t>
            </a:r>
            <a:r>
              <a:rPr lang="en-GB" dirty="0" err="1"/>
              <a:t>Déploiement</a:t>
            </a:r>
            <a:r>
              <a:rPr lang="en-GB" dirty="0"/>
              <a:t> global.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=========================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Total Cost of Ownership &amp; Roadmap</a:t>
            </a:r>
            <a:br>
              <a:rPr lang="en-GB" dirty="0"/>
            </a:br>
            <a:br>
              <a:rPr lang="en-GB" dirty="0"/>
            </a:br>
            <a:r>
              <a:rPr lang="en-GB" dirty="0"/>
              <a:t>Assumptions: 1,000 MAU, 300,000 queries/month. Hybrid Model Strategy: 80% Routing/Simple (Gemini Flash), 20% Complex reasoning (Gemini Pro).</a:t>
            </a:r>
          </a:p>
          <a:p>
            <a:endParaRPr lang="en-FR" dirty="0"/>
          </a:p>
          <a:p>
            <a:endParaRPr lang="en-FR" dirty="0"/>
          </a:p>
          <a:p>
            <a:endParaRPr lang="en-FR" dirty="0"/>
          </a:p>
          <a:p>
            <a:r>
              <a:rPr lang="en-GB" b="1" dirty="0"/>
              <a:t>Phase 1 (MVP):</a:t>
            </a:r>
            <a:r>
              <a:rPr lang="en-GB" dirty="0"/>
              <a:t> Knowledge focus using Vertex AI Search. </a:t>
            </a:r>
            <a:r>
              <a:rPr lang="en-GB" i="1" dirty="0"/>
              <a:t>Goal: Prove the security enclave works.</a:t>
            </a:r>
            <a:endParaRPr lang="en-GB" dirty="0"/>
          </a:p>
          <a:p>
            <a:endParaRPr lang="en-GB" b="1" dirty="0"/>
          </a:p>
          <a:p>
            <a:r>
              <a:rPr lang="en-GB" b="1" dirty="0"/>
              <a:t>Phase 2 (MMP):</a:t>
            </a:r>
            <a:r>
              <a:rPr lang="en-GB" dirty="0"/>
              <a:t> Focus on </a:t>
            </a:r>
            <a:r>
              <a:rPr lang="en-GB" b="1" dirty="0"/>
              <a:t>Industrialization</a:t>
            </a:r>
            <a:r>
              <a:rPr lang="en-GB" dirty="0"/>
              <a:t> (CI/CD, LangSmith tracing, and Circuit Breakers).</a:t>
            </a:r>
          </a:p>
          <a:p>
            <a:endParaRPr lang="en-GB" b="1" dirty="0"/>
          </a:p>
          <a:p>
            <a:r>
              <a:rPr lang="en-GB" b="1" dirty="0"/>
              <a:t>Phase 3 (Global):</a:t>
            </a:r>
            <a:r>
              <a:rPr lang="en-GB" dirty="0"/>
              <a:t> Full agentic autonomy with "Write" capabilities. Critical Prerequisite: Implementation of a global ACL sync to ensure the LLM doesn't "leak" data between departments.</a:t>
            </a:r>
          </a:p>
          <a:p>
            <a:endParaRPr lang="en-FR" dirty="0"/>
          </a:p>
          <a:p>
            <a:endParaRPr lang="en-FR" dirty="0"/>
          </a:p>
          <a:p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29295569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22546998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Vertex AI Search ($2.50 / 1k queries):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1,000 users ask 5 questions a day, and your "Researcher Agent" decides to perform 3 searches per question to "refine results,”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$1,000 \text{ users} \times 5 \text{ Qs} \times 3 \text{ searches} \times 20 \text{ days} = 300,000 \text{ queries/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= $750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Critical Risk: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If a bug causes the agent to loop 10 times instead of 3, this cost triples overnight.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Solution: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Hard-limit the number of tool calls per turn in your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LangGraph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definition.</a:t>
            </a:r>
          </a:p>
          <a:p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23301594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73C26-2885-E882-2E7F-F4F717E12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D7F193-13CF-653F-6B68-F233D13CB3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86C0B5-BFA3-A006-3835-44C74348F4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Architecture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Logiciel</a:t>
            </a:r>
            <a:b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Gouvernance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l’Orchestration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endParaRPr lang="en-GB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C’est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base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logique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notre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architecture serverless : un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orchestrateur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stateful qui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invoque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dynamiquement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agents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spécialisés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via des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connecteurs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FastMCP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standardisés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-sans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avoir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besoin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d'infrastructure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serveur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permanente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GB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L’idée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c’est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architecture multi-agents : on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crée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"Virtual Team"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où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Supervisor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dispatch le travail à des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Agents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Spécialistes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capables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d’exécuter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actions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concrètes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stratégie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Supervision 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Le Supervisor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rôle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routeur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Il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décompose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requêtes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complexes pour les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envoyer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aux bons experts.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Anonymisation des données (PII) 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Tout le flux passe par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couche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DLP (Data Loss Prevention)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Les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sensibles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(CB,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téléphones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emails)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masquées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avant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d'entrer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dans le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l'LLM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Human-in-the-Loop :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d'actions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Pour tout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actiones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qui est critique (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"Delete User"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"Refund"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pas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d'automatisme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total. On passe par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"Approval Card"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dans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l'UI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pour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validation humaine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explicite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1"/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Contrôle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hallucinations 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Les users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peuvent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flaguer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les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mauvaises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réponses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Ce feedback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alimente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"Shadow Mode"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pour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évaluation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sans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réentraîner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modèle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automatiquement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(pour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éviter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tout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risque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 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poisoning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br>
              <a:rPr lang="en-GB" dirty="0"/>
            </a:br>
            <a:endParaRPr lang="en-GB" dirty="0"/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Stack Technique</a:t>
            </a:r>
          </a:p>
          <a:p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L’Orchestrateur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C'est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 "brain". Il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gère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policy, le routing et la compliance.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Spécialistes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les "Bras". Focus sur des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domaines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précis (IT, Ops, BI),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pilotent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outils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LLM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natif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Connecteurs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Standardisés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On fait le choix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troquer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les frais de licence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l’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Ownership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Ingénierie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utilisant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FastMCP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LangChain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Tools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Maintenance 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On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garantit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stabilité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avec du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typage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strict (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Pydantic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et des tests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contrats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automatisés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GB" dirty="0"/>
            </a:br>
            <a:endParaRPr lang="en-GB" dirty="0"/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"Gatekeeper" :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Sécurité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et Anti-Hallucination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Supervisor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filtre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tout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entrée de jeu pour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éviter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dérives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: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Topic Adherence 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Une classification 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zero-shot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rejette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 hors-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sujet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(ex: 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GB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écris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-moi un </a:t>
            </a:r>
            <a:r>
              <a:rPr lang="en-GB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poème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pour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économiser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du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Bouclier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anti-injection 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On combine les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filtres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sécurité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Vertex AI et des Regex custom pour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bloquer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tentatives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 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jailbreak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Cohérence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du Router 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La validation par 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Structured Output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garantit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 Supervisor ne dialogue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qu'avec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agents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validés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Firewall PII 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Le Cloud DLP masque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automatiquement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les données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sensibles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avant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 prompt ne tape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l'LLM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GB" dirty="0"/>
            </a:br>
            <a:r>
              <a:rPr lang="en-GB" dirty="0"/>
              <a:t>---------------</a:t>
            </a:r>
            <a:endParaRPr lang="en-GB" b="1" i="0" dirty="0">
              <a:solidFill>
                <a:srgbClr val="000000"/>
              </a:solidFill>
              <a:effectLst/>
              <a:latin typeface="-apple-system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i="0" dirty="0">
              <a:solidFill>
                <a:srgbClr val="000000"/>
              </a:solidFill>
              <a:effectLst/>
              <a:latin typeface="-apple-system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i="0" dirty="0">
              <a:solidFill>
                <a:srgbClr val="000000"/>
              </a:solidFill>
              <a:effectLst/>
              <a:latin typeface="-apple-system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i="0" dirty="0">
              <a:solidFill>
                <a:srgbClr val="000000"/>
              </a:solidFill>
              <a:effectLst/>
              <a:latin typeface="-apple-system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i="0" dirty="0">
                <a:solidFill>
                  <a:srgbClr val="000000"/>
                </a:solidFill>
                <a:effectLst/>
                <a:latin typeface="-apple-system"/>
              </a:rPr>
              <a:t>Governance by Orchestration. Execution by Standardized Protocols.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serverless foundation of our platform through a stateless, event-driven orchestrator that dynamically invokes specialized agents via standardized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FastMCP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connectors-eliminating the need for persistent server infrastructure.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i="0" dirty="0">
              <a:solidFill>
                <a:srgbClr val="000000"/>
              </a:solidFill>
              <a:effectLst/>
              <a:latin typeface="-apple-system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The solution adapts multi-agentic workflow orchestration to  create a Virtual Team where a "Supervisor" distributes work to "Specialist Agents" which can take actions.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FR" dirty="0"/>
          </a:p>
          <a:p>
            <a:b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Supervision Strategy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The Supervisor acts as a Router. It decomposes complex requests tailored to specialists.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Sensitive Data (PII) Redaction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lvl="1"/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 user input flows through a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DLP (Data Loss Prevention)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layer.</a:t>
            </a:r>
          </a:p>
          <a:p>
            <a:pPr lvl="1"/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Entities (Credit Cards, Phones, Emails) are masked 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reaching the LLM context.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Human-in-the-Loop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lvl="1"/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Action Confirmation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High-risk actions (e.g., "Delete User", "Refund Order") require explicit user confirmation via UI "Approval Card".</a:t>
            </a:r>
          </a:p>
          <a:p>
            <a:pPr lvl="1"/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Hallucination Control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Users can "Flag" incorrect answers. This feedback is stored for "Shadow Mode" evaluation but does not automatically retrain the model (to avoid poisoning).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-------------------------------------------------------------------------------------------------------------------------------------------------------------------------------------------</a:t>
            </a:r>
          </a:p>
          <a:p>
            <a:b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Orchestrator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The "Brain". Handles policy, routing, and compliance.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Specialists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The "Workers/Agents". Focused on specific domains (IT, Ops, BI). Control native python LLM Tools.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Standardized Connectors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We trade "License Fees" for "Engineering Ownership" using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FastMCP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(Python) or 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LangChain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Tools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Maintenance Strategy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Strictly typed schemas (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Pydantic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and automated contract testing ensure stability.</a:t>
            </a:r>
          </a:p>
          <a:p>
            <a:pPr>
              <a:spcBef>
                <a:spcPts val="300"/>
              </a:spcBef>
              <a:defRPr sz="1800">
                <a:solidFill>
                  <a:srgbClr val="000000"/>
                </a:solidFill>
              </a:defRPr>
            </a:pPr>
            <a:br>
              <a:rPr lang="en-GB" sz="1800" b="1" dirty="0">
                <a:solidFill>
                  <a:srgbClr val="000000"/>
                </a:solidFill>
              </a:rPr>
            </a:br>
            <a:r>
              <a:rPr lang="en-GB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-------------------------------------------------------------------------------------------------------------------------------------------------------------------------------------------</a:t>
            </a:r>
            <a:br>
              <a:rPr lang="en-GB" sz="1800" b="1" dirty="0">
                <a:solidFill>
                  <a:srgbClr val="000000"/>
                </a:solidFill>
              </a:rPr>
            </a:br>
            <a:r>
              <a:rPr lang="en-GB" sz="1800" b="1" dirty="0">
                <a:solidFill>
                  <a:srgbClr val="000000"/>
                </a:solidFill>
              </a:rPr>
              <a:t>How we prevent hallucinations and misuse at the front door.</a:t>
            </a:r>
          </a:p>
          <a:p>
            <a:pPr>
              <a:spcBef>
                <a:spcPts val="300"/>
              </a:spcBef>
              <a:defRPr sz="1800">
                <a:solidFill>
                  <a:srgbClr val="000000"/>
                </a:solidFill>
              </a:defRPr>
            </a:pPr>
            <a:r>
              <a:rPr lang="en-GB" sz="1800" dirty="0">
                <a:solidFill>
                  <a:srgbClr val="000000"/>
                </a:solidFill>
              </a:rPr>
              <a:t>The Supervisor is our "Gatekeeper". It runs strict checks </a:t>
            </a:r>
            <a:r>
              <a:rPr lang="en-GB" sz="1800" b="1" dirty="0">
                <a:solidFill>
                  <a:srgbClr val="000000"/>
                </a:solidFill>
              </a:rPr>
              <a:t>before</a:t>
            </a:r>
            <a:r>
              <a:rPr lang="en-GB" sz="1800" dirty="0">
                <a:solidFill>
                  <a:srgbClr val="000000"/>
                </a:solidFill>
              </a:rPr>
              <a:t> routing any request: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GB" sz="1800" b="1" dirty="0">
                <a:solidFill>
                  <a:srgbClr val="000000"/>
                </a:solidFill>
              </a:rPr>
              <a:t>Topic Adherence</a:t>
            </a:r>
            <a:r>
              <a:rPr lang="en-GB" sz="1800" dirty="0">
                <a:solidFill>
                  <a:srgbClr val="000000"/>
                </a:solidFill>
              </a:rPr>
              <a:t>: Zero-shot classification rejects off-topic queries (e.g., "Write a poem") to save compute costs.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GB" sz="1800" b="1" dirty="0">
                <a:solidFill>
                  <a:srgbClr val="000000"/>
                </a:solidFill>
              </a:rPr>
              <a:t>Prompt Injection Shield</a:t>
            </a:r>
            <a:r>
              <a:rPr lang="en-GB" sz="1800" dirty="0">
                <a:solidFill>
                  <a:srgbClr val="000000"/>
                </a:solidFill>
              </a:rPr>
              <a:t>: Vertex AI Safety filters + Custom Regex block "Jailbreak" attempts.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GB" sz="1800" b="1" dirty="0">
                <a:solidFill>
                  <a:srgbClr val="000000"/>
                </a:solidFill>
              </a:rPr>
              <a:t>Router Consistency</a:t>
            </a:r>
            <a:r>
              <a:rPr lang="en-GB" sz="1800" dirty="0">
                <a:solidFill>
                  <a:srgbClr val="000000"/>
                </a:solidFill>
              </a:rPr>
              <a:t>: Structured Output Validation ensures the Supervisor interacts only with valid agents.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GB" sz="1800" b="1" dirty="0">
                <a:solidFill>
                  <a:srgbClr val="000000"/>
                </a:solidFill>
              </a:rPr>
              <a:t>PII Reduction Firewall</a:t>
            </a:r>
            <a:r>
              <a:rPr lang="en-GB" sz="1800" dirty="0">
                <a:solidFill>
                  <a:srgbClr val="000000"/>
                </a:solidFill>
              </a:rPr>
              <a:t>: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rgbClr val="000000"/>
                </a:solidFill>
              </a:defRPr>
            </a:pPr>
            <a:r>
              <a:rPr lang="en-GB" sz="1600" b="1" dirty="0">
                <a:solidFill>
                  <a:srgbClr val="000000"/>
                </a:solidFill>
              </a:rPr>
              <a:t>Cloud DLP</a:t>
            </a:r>
            <a:r>
              <a:rPr lang="en-GB" sz="1600" dirty="0">
                <a:solidFill>
                  <a:srgbClr val="000000"/>
                </a:solidFill>
              </a:rPr>
              <a:t> automatically masks credit cards, phones, and emails </a:t>
            </a:r>
            <a:r>
              <a:rPr lang="en-GB" sz="1600" b="1" dirty="0">
                <a:solidFill>
                  <a:srgbClr val="000000"/>
                </a:solidFill>
              </a:rPr>
              <a:t>before</a:t>
            </a:r>
            <a:r>
              <a:rPr lang="en-GB" sz="1600" dirty="0">
                <a:solidFill>
                  <a:srgbClr val="000000"/>
                </a:solidFill>
              </a:rPr>
              <a:t> the prompt hits the LLM.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43BBBA-CDDA-B693-C814-04E41C937E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3331520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FR" dirty="0"/>
          </a:p>
          <a:p>
            <a:endParaRPr lang="en-FR" dirty="0"/>
          </a:p>
          <a:p>
            <a:r>
              <a:rPr lang="en-GB" b="1" dirty="0"/>
              <a:t>Connexion </a:t>
            </a:r>
            <a:r>
              <a:rPr lang="en-GB" b="1" dirty="0" err="1"/>
              <a:t>sécurisée</a:t>
            </a:r>
            <a:r>
              <a:rPr lang="en-GB" b="1" dirty="0"/>
              <a:t> au SI :</a:t>
            </a:r>
            <a:r>
              <a:rPr lang="en-GB" dirty="0"/>
              <a:t> </a:t>
            </a:r>
            <a:r>
              <a:rPr lang="en-GB" dirty="0" err="1"/>
              <a:t>L'agent</a:t>
            </a:r>
            <a:r>
              <a:rPr lang="en-GB" dirty="0"/>
              <a:t> "impersonate" </a:t>
            </a:r>
            <a:r>
              <a:rPr lang="en-GB" dirty="0" err="1"/>
              <a:t>l'utilisateur</a:t>
            </a:r>
            <a:r>
              <a:rPr lang="en-GB" dirty="0"/>
              <a:t>. Il ne </a:t>
            </a:r>
            <a:r>
              <a:rPr lang="en-GB" dirty="0" err="1"/>
              <a:t>voit</a:t>
            </a:r>
            <a:r>
              <a:rPr lang="en-GB" dirty="0"/>
              <a:t> </a:t>
            </a:r>
            <a:r>
              <a:rPr lang="en-GB" b="1" dirty="0" err="1"/>
              <a:t>que</a:t>
            </a:r>
            <a:r>
              <a:rPr lang="en-GB" dirty="0"/>
              <a:t> </a:t>
            </a:r>
            <a:r>
              <a:rPr lang="en-GB" dirty="0" err="1"/>
              <a:t>ce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l'utilisateur</a:t>
            </a:r>
            <a:r>
              <a:rPr lang="en-GB" dirty="0"/>
              <a:t> est </a:t>
            </a:r>
            <a:r>
              <a:rPr lang="en-GB" dirty="0" err="1"/>
              <a:t>autorisé</a:t>
            </a:r>
            <a:r>
              <a:rPr lang="en-GB" dirty="0"/>
              <a:t> à voir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respectant</a:t>
            </a:r>
            <a:r>
              <a:rPr lang="en-GB" dirty="0"/>
              <a:t> </a:t>
            </a:r>
            <a:r>
              <a:rPr lang="en-GB" dirty="0" err="1"/>
              <a:t>strictement</a:t>
            </a:r>
            <a:r>
              <a:rPr lang="en-GB" dirty="0"/>
              <a:t> les ACLs </a:t>
            </a:r>
            <a:r>
              <a:rPr lang="en-GB" dirty="0" err="1"/>
              <a:t>existantes</a:t>
            </a:r>
            <a:r>
              <a:rPr lang="en-GB" dirty="0"/>
              <a:t> (Salesforce, Drive, etc.) via la propagation </a:t>
            </a:r>
            <a:r>
              <a:rPr lang="en-GB" dirty="0" err="1"/>
              <a:t>d'identité</a:t>
            </a:r>
            <a:r>
              <a:rPr lang="en-GB" dirty="0"/>
              <a:t> ("On-Behalf-Of").</a:t>
            </a:r>
          </a:p>
          <a:p>
            <a:endParaRPr lang="en-GB" b="1" dirty="0"/>
          </a:p>
          <a:p>
            <a:r>
              <a:rPr lang="en-GB" b="1" dirty="0"/>
              <a:t>Egress </a:t>
            </a:r>
            <a:r>
              <a:rPr lang="en-GB" b="1" dirty="0" err="1"/>
              <a:t>Contrôlé</a:t>
            </a:r>
            <a:r>
              <a:rPr lang="en-GB" b="1" dirty="0"/>
              <a:t> :</a:t>
            </a:r>
            <a:r>
              <a:rPr lang="en-GB" dirty="0"/>
              <a:t> Tout le </a:t>
            </a:r>
            <a:r>
              <a:rPr lang="en-GB" dirty="0" err="1"/>
              <a:t>trafic</a:t>
            </a:r>
            <a:r>
              <a:rPr lang="en-GB" dirty="0"/>
              <a:t> </a:t>
            </a:r>
            <a:r>
              <a:rPr lang="en-GB" dirty="0" err="1"/>
              <a:t>sortant</a:t>
            </a:r>
            <a:r>
              <a:rPr lang="en-GB" dirty="0"/>
              <a:t> </a:t>
            </a:r>
            <a:r>
              <a:rPr lang="en-GB" dirty="0" err="1"/>
              <a:t>transite</a:t>
            </a:r>
            <a:r>
              <a:rPr lang="en-GB" dirty="0"/>
              <a:t> par </a:t>
            </a:r>
            <a:r>
              <a:rPr lang="en-GB" b="1" dirty="0"/>
              <a:t>Cloud NAT</a:t>
            </a:r>
            <a:r>
              <a:rPr lang="en-GB" dirty="0"/>
              <a:t> avec des IPs </a:t>
            </a:r>
            <a:r>
              <a:rPr lang="en-GB" dirty="0" err="1"/>
              <a:t>statiques</a:t>
            </a:r>
            <a:r>
              <a:rPr lang="en-GB" dirty="0"/>
              <a:t>, </a:t>
            </a:r>
            <a:r>
              <a:rPr lang="en-GB" dirty="0" err="1"/>
              <a:t>ce</a:t>
            </a:r>
            <a:r>
              <a:rPr lang="en-GB" dirty="0"/>
              <a:t> qui </a:t>
            </a:r>
            <a:r>
              <a:rPr lang="en-GB" dirty="0" err="1"/>
              <a:t>permet</a:t>
            </a:r>
            <a:r>
              <a:rPr lang="en-GB" dirty="0"/>
              <a:t> aux </a:t>
            </a:r>
            <a:r>
              <a:rPr lang="en-GB" dirty="0" err="1"/>
              <a:t>fournisseurs</a:t>
            </a:r>
            <a:r>
              <a:rPr lang="en-GB" dirty="0"/>
              <a:t> SaaS de les "</a:t>
            </a:r>
            <a:r>
              <a:rPr lang="en-GB" dirty="0" err="1"/>
              <a:t>allowlister</a:t>
            </a:r>
            <a:r>
              <a:rPr lang="en-GB" dirty="0"/>
              <a:t>" sans </a:t>
            </a:r>
            <a:r>
              <a:rPr lang="en-GB" dirty="0" err="1"/>
              <a:t>risque</a:t>
            </a:r>
            <a:r>
              <a:rPr lang="en-GB" dirty="0"/>
              <a:t>.</a:t>
            </a:r>
          </a:p>
          <a:p>
            <a:endParaRPr lang="en-GB" b="1" dirty="0"/>
          </a:p>
          <a:p>
            <a:r>
              <a:rPr lang="en-GB" b="1" dirty="0"/>
              <a:t>UX &amp; </a:t>
            </a:r>
            <a:r>
              <a:rPr lang="en-GB" b="1" dirty="0" err="1"/>
              <a:t>Latence</a:t>
            </a:r>
            <a:r>
              <a:rPr lang="en-GB" b="1" dirty="0"/>
              <a:t> :</a:t>
            </a:r>
            <a:r>
              <a:rPr lang="en-GB" dirty="0"/>
              <a:t> Pour masquer le temps de </a:t>
            </a:r>
            <a:r>
              <a:rPr lang="en-GB" dirty="0" err="1"/>
              <a:t>réflexion</a:t>
            </a:r>
            <a:r>
              <a:rPr lang="en-GB" dirty="0"/>
              <a:t> du </a:t>
            </a:r>
            <a:r>
              <a:rPr lang="en-GB" dirty="0" err="1"/>
              <a:t>raisonnement</a:t>
            </a:r>
            <a:r>
              <a:rPr lang="en-GB" dirty="0"/>
              <a:t> "multi-hop" des agents, on </a:t>
            </a:r>
            <a:r>
              <a:rPr lang="en-GB" dirty="0" err="1"/>
              <a:t>pousse</a:t>
            </a:r>
            <a:r>
              <a:rPr lang="en-GB" dirty="0"/>
              <a:t> des updates dans </a:t>
            </a:r>
            <a:r>
              <a:rPr lang="en-GB" dirty="0" err="1"/>
              <a:t>l'UI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 </a:t>
            </a:r>
            <a:r>
              <a:rPr lang="en-GB" b="1" dirty="0"/>
              <a:t>temps </a:t>
            </a:r>
            <a:r>
              <a:rPr lang="en-GB" b="1" dirty="0" err="1"/>
              <a:t>réel</a:t>
            </a:r>
            <a:r>
              <a:rPr lang="en-GB" dirty="0"/>
              <a:t>. </a:t>
            </a:r>
            <a:r>
              <a:rPr lang="en-GB" dirty="0" err="1"/>
              <a:t>L'utilisateur</a:t>
            </a:r>
            <a:r>
              <a:rPr lang="en-GB" dirty="0"/>
              <a:t> </a:t>
            </a:r>
            <a:r>
              <a:rPr lang="en-GB" dirty="0" err="1"/>
              <a:t>voit</a:t>
            </a:r>
            <a:r>
              <a:rPr lang="en-GB" dirty="0"/>
              <a:t> </a:t>
            </a:r>
            <a:r>
              <a:rPr lang="en-GB" dirty="0" err="1"/>
              <a:t>l'avancement</a:t>
            </a:r>
            <a:r>
              <a:rPr lang="en-GB" dirty="0"/>
              <a:t> au lieu </a:t>
            </a:r>
            <a:r>
              <a:rPr lang="en-GB" dirty="0" err="1"/>
              <a:t>d'attendre</a:t>
            </a:r>
            <a:r>
              <a:rPr lang="en-GB" dirty="0"/>
              <a:t> </a:t>
            </a:r>
            <a:r>
              <a:rPr lang="en-GB" dirty="0" err="1"/>
              <a:t>devant</a:t>
            </a:r>
            <a:r>
              <a:rPr lang="en-GB" dirty="0"/>
              <a:t> un </a:t>
            </a:r>
            <a:r>
              <a:rPr lang="en-GB" dirty="0" err="1"/>
              <a:t>écran</a:t>
            </a:r>
            <a:r>
              <a:rPr lang="en-GB" dirty="0"/>
              <a:t> </a:t>
            </a:r>
            <a:r>
              <a:rPr lang="en-GB" dirty="0" err="1"/>
              <a:t>figé</a:t>
            </a:r>
            <a:r>
              <a:rPr lang="en-GB" dirty="0"/>
              <a:t>.</a:t>
            </a:r>
          </a:p>
          <a:p>
            <a:endParaRPr lang="en-FR" dirty="0"/>
          </a:p>
          <a:p>
            <a:endParaRPr lang="en-FR" dirty="0"/>
          </a:p>
          <a:p>
            <a:r>
              <a:rPr lang="en-FR" b="1" dirty="0"/>
              <a:t>SI</a:t>
            </a:r>
            <a:r>
              <a:rPr lang="en-FR" dirty="0"/>
              <a:t> – 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Système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d'Information</a:t>
            </a:r>
            <a:r>
              <a:rPr lang="en-FR" b="0" dirty="0"/>
              <a:t> 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Cloud NAT 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(Network Address Translation)</a:t>
            </a:r>
          </a:p>
          <a:p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VPC-SC 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(VPC Service Controls)</a:t>
            </a:r>
          </a:p>
          <a:p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Zero Trust Ingress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Identity-Aware Proxy (IAP) verifies user identity. No VPN required, but stronger than VPN.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Exfiltration Protection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VPC Service Controls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prevent data from leaving our defined perimeter, even if credentials are compromised.</a:t>
            </a:r>
          </a:p>
          <a:p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23862403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5216855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Continuous Benchmarking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(To catch prompt drift/LLM updates)</a:t>
            </a:r>
          </a:p>
          <a:p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Observability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Si un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utilisateur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flague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réponse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(hallucination), on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peut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remonter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instantanément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 document source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à la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décision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précise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l'agent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 &amp; Testing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On fait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tourner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plus de 100 tests de non-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régression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à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chaque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mise à jour du code via la CI/CD pour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garantir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qualité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réponses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dégrade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pas.</a:t>
            </a:r>
          </a:p>
          <a:p>
            <a:r>
              <a:rPr lang="en-GB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Résilience: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lenteur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panne d'un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outil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externe (ex: ServiceNow), le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système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bascule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"mode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dégradé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proprement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 lieu de planter.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FR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3361029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5.xml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12" Type="http://schemas.microsoft.com/office/2007/relationships/diagramDrawing" Target="../diagrams/drawing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4.xml"/><Relationship Id="rId11" Type="http://schemas.openxmlformats.org/officeDocument/2006/relationships/diagramColors" Target="../diagrams/colors5.xml"/><Relationship Id="rId5" Type="http://schemas.openxmlformats.org/officeDocument/2006/relationships/diagramQuickStyle" Target="../diagrams/quickStyle4.xml"/><Relationship Id="rId10" Type="http://schemas.openxmlformats.org/officeDocument/2006/relationships/diagramQuickStyle" Target="../diagrams/quickStyle5.xml"/><Relationship Id="rId4" Type="http://schemas.openxmlformats.org/officeDocument/2006/relationships/diagramLayout" Target="../diagrams/layout4.xml"/><Relationship Id="rId9" Type="http://schemas.openxmlformats.org/officeDocument/2006/relationships/diagramLayout" Target="../diagrams/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17989" y="2284750"/>
            <a:ext cx="8088198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0000"/>
                </a:solidFill>
              </a:defRPr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AWP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Agentic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Workflow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399" y="4777740"/>
            <a:ext cx="7315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333333"/>
                </a:solidFill>
              </a:defRPr>
            </a:pPr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Architecture Study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A5A80-9EDF-AE20-0518-0E11F2CB6F4C}"/>
              </a:ext>
            </a:extLst>
          </p:cNvPr>
          <p:cNvSpPr txBox="1"/>
          <p:nvPr/>
        </p:nvSpPr>
        <p:spPr>
          <a:xfrm>
            <a:off x="3543513" y="4131409"/>
            <a:ext cx="20569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dirty="0">
                <a:latin typeface="Arial" panose="020B0604020202020204" pitchFamily="34" charset="0"/>
                <a:cs typeface="Arial" panose="020B0604020202020204" pitchFamily="34" charset="0"/>
              </a:rPr>
              <a:t>Mohamad NABAA</a:t>
            </a:r>
          </a:p>
          <a:p>
            <a:pPr algn="ctr"/>
            <a:r>
              <a:rPr lang="en-FR" dirty="0">
                <a:latin typeface="Arial" panose="020B0604020202020204" pitchFamily="34" charset="0"/>
                <a:cs typeface="Arial" panose="020B0604020202020204" pitchFamily="34" charset="0"/>
              </a:rPr>
              <a:t>20 Janvier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AF9E7E-1DBA-E77D-EB99-05086AF21521}"/>
              </a:ext>
            </a:extLst>
          </p:cNvPr>
          <p:cNvSpPr txBox="1"/>
          <p:nvPr/>
        </p:nvSpPr>
        <p:spPr>
          <a:xfrm>
            <a:off x="457198" y="1160622"/>
            <a:ext cx="6595672" cy="4536755"/>
          </a:xfrm>
          <a:prstGeom prst="rect">
            <a:avLst/>
          </a:prstGeom>
          <a:noFill/>
        </p:spPr>
        <p:txBody>
          <a:bodyPr wrap="square" numCol="1" rtlCol="0" anchor="ctr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Logical Architecture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Physical Architecture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RAG Strategies</a:t>
            </a:r>
            <a:endParaRPr lang="en-GB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Advantages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TCO &amp; Roadmap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B1135D-AA4E-0F87-9A6F-D08B0D52E9C6}"/>
              </a:ext>
            </a:extLst>
          </p:cNvPr>
          <p:cNvSpPr/>
          <p:nvPr/>
        </p:nvSpPr>
        <p:spPr>
          <a:xfrm>
            <a:off x="0" y="0"/>
            <a:ext cx="9144000" cy="1414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AC305C-2F11-13DE-B9D1-8CF293A678AC}"/>
              </a:ext>
            </a:extLst>
          </p:cNvPr>
          <p:cNvSpPr txBox="1"/>
          <p:nvPr/>
        </p:nvSpPr>
        <p:spPr>
          <a:xfrm>
            <a:off x="457198" y="496545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lang="en-GB" sz="3200" dirty="0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2418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Diagram 38">
            <a:extLst>
              <a:ext uri="{FF2B5EF4-FFF2-40B4-BE49-F238E27FC236}">
                <a16:creationId xmlns:a16="http://schemas.microsoft.com/office/drawing/2014/main" id="{1D640B6E-7A91-6158-2CED-141CC6549B2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1923200"/>
              </p:ext>
            </p:extLst>
          </p:nvPr>
        </p:nvGraphicFramePr>
        <p:xfrm>
          <a:off x="457198" y="1410068"/>
          <a:ext cx="8432278" cy="4755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457198" y="496545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lang="en-GB" sz="320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044D81-07F9-650A-8915-002A5621B36F}"/>
              </a:ext>
            </a:extLst>
          </p:cNvPr>
          <p:cNvSpPr/>
          <p:nvPr/>
        </p:nvSpPr>
        <p:spPr>
          <a:xfrm>
            <a:off x="0" y="0"/>
            <a:ext cx="9144000" cy="1414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496800"/>
            <a:ext cx="87491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Logical Architecture (The "Virtual Team")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CBC830-FB10-A905-9C9D-0FC4A7B3C5C3}"/>
              </a:ext>
            </a:extLst>
          </p:cNvPr>
          <p:cNvSpPr txBox="1"/>
          <p:nvPr/>
        </p:nvSpPr>
        <p:spPr>
          <a:xfrm>
            <a:off x="457200" y="1081575"/>
            <a:ext cx="77158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Stateful Multi-Agent Orchestration with End-to-End Observability</a:t>
            </a:r>
            <a:endParaRPr lang="en-F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Picture 2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4F79352-FE58-D533-336F-DC402608D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21331"/>
            <a:ext cx="9144000" cy="4739869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BE127E1C-B419-DD33-4B73-52DB7103C1D1}"/>
              </a:ext>
            </a:extLst>
          </p:cNvPr>
          <p:cNvSpPr/>
          <p:nvPr/>
        </p:nvSpPr>
        <p:spPr>
          <a:xfrm>
            <a:off x="0" y="0"/>
            <a:ext cx="9144000" cy="1414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49680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Physical Architectur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EDB06B-3A51-C108-6800-80EC22FB2ED7}"/>
              </a:ext>
            </a:extLst>
          </p:cNvPr>
          <p:cNvSpPr txBox="1"/>
          <p:nvPr/>
        </p:nvSpPr>
        <p:spPr>
          <a:xfrm>
            <a:off x="457200" y="1198602"/>
            <a:ext cx="7904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Zero-Trust Serverless Enclave for Enterprise GenAI (Paris-west-9)</a:t>
            </a:r>
            <a:endParaRPr lang="en-F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817B9F-BB42-5FAA-7134-63B7F6E71A40}"/>
              </a:ext>
            </a:extLst>
          </p:cNvPr>
          <p:cNvSpPr txBox="1"/>
          <p:nvPr/>
        </p:nvSpPr>
        <p:spPr>
          <a:xfrm>
            <a:off x="734096" y="5074276"/>
            <a:ext cx="1751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F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0" name="Picture 2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E98A42-0516-757F-03ED-9CA3A990E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84961"/>
            <a:ext cx="9144000" cy="4800824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880C6A08-CA9B-46F2-8919-2705094CBC33}"/>
              </a:ext>
            </a:extLst>
          </p:cNvPr>
          <p:cNvSpPr/>
          <p:nvPr/>
        </p:nvSpPr>
        <p:spPr>
          <a:xfrm>
            <a:off x="0" y="0"/>
            <a:ext cx="9144000" cy="1414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742BA-61C7-BA89-9E7C-BEB9A55E3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750875-4201-E10B-1367-74AE30585CC7}"/>
              </a:ext>
            </a:extLst>
          </p:cNvPr>
          <p:cNvSpPr txBox="1"/>
          <p:nvPr/>
        </p:nvSpPr>
        <p:spPr>
          <a:xfrm>
            <a:off x="457200" y="49680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Architecture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B22A05-B417-D5F1-E752-F2CD082813DE}"/>
              </a:ext>
            </a:extLst>
          </p:cNvPr>
          <p:cNvSpPr txBox="1"/>
          <p:nvPr/>
        </p:nvSpPr>
        <p:spPr>
          <a:xfrm>
            <a:off x="457200" y="1027949"/>
            <a:ext cx="83583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dirty="0">
                <a:latin typeface="Arial" panose="020B0604020202020204" pitchFamily="34" charset="0"/>
                <a:cs typeface="Arial" panose="020B0604020202020204" pitchFamily="34" charset="0"/>
              </a:rPr>
              <a:t>Asynchronous Python native stack</a:t>
            </a: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CC1DD25F-688D-5FC6-2CE6-CEC335A0CC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50020547"/>
              </p:ext>
            </p:extLst>
          </p:nvPr>
        </p:nvGraphicFramePr>
        <p:xfrm>
          <a:off x="457199" y="1534398"/>
          <a:ext cx="8358389" cy="49327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68F805BD-05D1-612C-1757-9AAD90B2B167}"/>
              </a:ext>
            </a:extLst>
          </p:cNvPr>
          <p:cNvSpPr/>
          <p:nvPr/>
        </p:nvSpPr>
        <p:spPr>
          <a:xfrm>
            <a:off x="0" y="0"/>
            <a:ext cx="9144000" cy="1414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9741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57D34275-2997-764A-AB7D-198D336EBEC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1160564"/>
              </p:ext>
            </p:extLst>
          </p:nvPr>
        </p:nvGraphicFramePr>
        <p:xfrm>
          <a:off x="457200" y="1721880"/>
          <a:ext cx="8229600" cy="4618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457200" y="49680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RAG Strategies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91B165-1C34-DF5E-F687-BE1450394C42}"/>
              </a:ext>
            </a:extLst>
          </p:cNvPr>
          <p:cNvSpPr txBox="1"/>
          <p:nvPr/>
        </p:nvSpPr>
        <p:spPr>
          <a:xfrm>
            <a:off x="457200" y="1006065"/>
            <a:ext cx="7019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dirty="0">
                <a:latin typeface="Arial" panose="020B0604020202020204" pitchFamily="34" charset="0"/>
                <a:cs typeface="Arial" panose="020B0604020202020204" pitchFamily="34" charset="0"/>
              </a:rPr>
              <a:t>Multiple sources of KB can be seemlessly integrated in the pipeline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82D829-7C8E-18FF-370B-DD6EBA58B949}"/>
              </a:ext>
            </a:extLst>
          </p:cNvPr>
          <p:cNvSpPr/>
          <p:nvPr/>
        </p:nvSpPr>
        <p:spPr>
          <a:xfrm>
            <a:off x="0" y="0"/>
            <a:ext cx="9144000" cy="1414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6C57E2D-07CD-DA57-7FD2-D8A6E5308DF3}"/>
              </a:ext>
            </a:extLst>
          </p:cNvPr>
          <p:cNvSpPr txBox="1"/>
          <p:nvPr/>
        </p:nvSpPr>
        <p:spPr>
          <a:xfrm>
            <a:off x="277318" y="487372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Advantages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A765F36-09A3-D08C-18A2-B5785A28A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858548"/>
              </p:ext>
            </p:extLst>
          </p:nvPr>
        </p:nvGraphicFramePr>
        <p:xfrm>
          <a:off x="277317" y="1193760"/>
          <a:ext cx="8404768" cy="517687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01192">
                  <a:extLst>
                    <a:ext uri="{9D8B030D-6E8A-4147-A177-3AD203B41FA5}">
                      <a16:colId xmlns:a16="http://schemas.microsoft.com/office/drawing/2014/main" val="3925629036"/>
                    </a:ext>
                  </a:extLst>
                </a:gridCol>
                <a:gridCol w="1976824">
                  <a:extLst>
                    <a:ext uri="{9D8B030D-6E8A-4147-A177-3AD203B41FA5}">
                      <a16:colId xmlns:a16="http://schemas.microsoft.com/office/drawing/2014/main" val="138931911"/>
                    </a:ext>
                  </a:extLst>
                </a:gridCol>
                <a:gridCol w="2225560">
                  <a:extLst>
                    <a:ext uri="{9D8B030D-6E8A-4147-A177-3AD203B41FA5}">
                      <a16:colId xmlns:a16="http://schemas.microsoft.com/office/drawing/2014/main" val="3657938040"/>
                    </a:ext>
                  </a:extLst>
                </a:gridCol>
                <a:gridCol w="2101192">
                  <a:extLst>
                    <a:ext uri="{9D8B030D-6E8A-4147-A177-3AD203B41FA5}">
                      <a16:colId xmlns:a16="http://schemas.microsoft.com/office/drawing/2014/main" val="1718184905"/>
                    </a:ext>
                  </a:extLst>
                </a:gridCol>
              </a:tblGrid>
              <a:tr h="3518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Advantage</a:t>
                      </a:r>
                      <a:endParaRPr lang="en-GB" sz="12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Static Chatbot (Current)</a:t>
                      </a:r>
                      <a:endParaRPr lang="en-GB" sz="12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Agentic Platform Capability</a:t>
                      </a:r>
                      <a:endParaRPr lang="en-GB" sz="12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Architectural Solution</a:t>
                      </a:r>
                      <a:endParaRPr lang="en-GB" sz="12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941" marR="43941" marT="21971" marB="21971" anchor="ctr"/>
                </a:tc>
                <a:extLst>
                  <a:ext uri="{0D108BD9-81ED-4DB2-BD59-A6C34878D82A}">
                    <a16:rowId xmlns:a16="http://schemas.microsoft.com/office/drawing/2014/main" val="1344115955"/>
                  </a:ext>
                </a:extLst>
              </a:tr>
              <a:tr h="8041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Operational Efficiency</a:t>
                      </a:r>
                      <a:endParaRPr lang="en-GB" sz="12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High L1/L2 support costs (€1M+ annually) for 25k users.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Agents autonomously offload L1/L2 support and operational actions.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Supervisor (</a:t>
                      </a:r>
                      <a:r>
                        <a:rPr lang="en-GB" sz="12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LangGraph</a:t>
                      </a: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&amp; </a:t>
                      </a:r>
                      <a:r>
                        <a:rPr lang="en-GB" sz="12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CrewAI</a:t>
                      </a: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Agents</a:t>
                      </a:r>
                      <a:endParaRPr lang="en-GB" sz="12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941" marR="43941" marT="21971" marB="21971" anchor="ctr"/>
                </a:tc>
                <a:extLst>
                  <a:ext uri="{0D108BD9-81ED-4DB2-BD59-A6C34878D82A}">
                    <a16:rowId xmlns:a16="http://schemas.microsoft.com/office/drawing/2014/main" val="2707512772"/>
                  </a:ext>
                </a:extLst>
              </a:tr>
              <a:tr h="8041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Reduced MTTR</a:t>
                      </a:r>
                      <a:endParaRPr lang="en-GB" sz="12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Response and resolution times are bottlenecked by human intervention.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Faster response times with minimal human intervention through automated workflows.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Supervisor (</a:t>
                      </a:r>
                      <a:r>
                        <a:rPr lang="en-GB" sz="12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LangGraph</a:t>
                      </a: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&amp; </a:t>
                      </a:r>
                      <a:r>
                        <a:rPr lang="en-GB" sz="12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CrewAI</a:t>
                      </a: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Agents</a:t>
                      </a:r>
                      <a:endParaRPr lang="en-GB" sz="12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941" marR="43941" marT="21971" marB="21971" anchor="ctr"/>
                </a:tc>
                <a:extLst>
                  <a:ext uri="{0D108BD9-81ED-4DB2-BD59-A6C34878D82A}">
                    <a16:rowId xmlns:a16="http://schemas.microsoft.com/office/drawing/2014/main" val="1198530640"/>
                  </a:ext>
                </a:extLst>
              </a:tr>
              <a:tr h="8041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Sovereignty</a:t>
                      </a:r>
                      <a:endParaRPr lang="en-GB" sz="12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Reliance on "Black Box" SaaS with vague GDPR and data residency controls.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100% EU Data Residency with Zero-Trust security in a serverless enclave.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VPC Service Control</a:t>
                      </a: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(Paris-west-9)</a:t>
                      </a:r>
                    </a:p>
                  </a:txBody>
                  <a:tcPr marL="43941" marR="43941" marT="21971" marB="21971" anchor="ctr"/>
                </a:tc>
                <a:extLst>
                  <a:ext uri="{0D108BD9-81ED-4DB2-BD59-A6C34878D82A}">
                    <a16:rowId xmlns:a16="http://schemas.microsoft.com/office/drawing/2014/main" val="1509548653"/>
                  </a:ext>
                </a:extLst>
              </a:tr>
              <a:tr h="8041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System Ownership</a:t>
                      </a:r>
                      <a:endParaRPr lang="en-GB" sz="12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Renting a platform where the reasoning logic is a vendor secret.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Full ownership of the "AI Brain," specialized logic, and system connectors.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FastAPI Native Stack</a:t>
                      </a: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&amp; </a:t>
                      </a:r>
                      <a:r>
                        <a:rPr lang="en-GB" sz="12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FastMCP</a:t>
                      </a: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Connectors</a:t>
                      </a:r>
                      <a:endParaRPr lang="en-GB" sz="12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941" marR="43941" marT="21971" marB="21971" anchor="ctr"/>
                </a:tc>
                <a:extLst>
                  <a:ext uri="{0D108BD9-81ED-4DB2-BD59-A6C34878D82A}">
                    <a16:rowId xmlns:a16="http://schemas.microsoft.com/office/drawing/2014/main" val="1345262702"/>
                  </a:ext>
                </a:extLst>
              </a:tr>
              <a:tr h="8041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Security &amp; Privacy</a:t>
                      </a:r>
                      <a:endParaRPr lang="en-GB" sz="12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Limited ability to filter or redact sensitive data before LLM processing.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Integrated PII redaction and identity propagation for secure operations.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Cloud SDP</a:t>
                      </a: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&amp; </a:t>
                      </a: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IAP Authentication</a:t>
                      </a:r>
                      <a:endParaRPr lang="en-GB" sz="12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941" marR="43941" marT="21971" marB="21971" anchor="ctr"/>
                </a:tc>
                <a:extLst>
                  <a:ext uri="{0D108BD9-81ED-4DB2-BD59-A6C34878D82A}">
                    <a16:rowId xmlns:a16="http://schemas.microsoft.com/office/drawing/2014/main" val="1874220137"/>
                  </a:ext>
                </a:extLst>
              </a:tr>
              <a:tr h="8041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Scalable TCO</a:t>
                      </a:r>
                      <a:endParaRPr lang="en-GB" sz="12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Inflexible scaling; costs don't align perfectly with actual usage.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Horizontal, demand-driven scaling with usage-dependent serverless costing.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Cloud Run</a:t>
                      </a:r>
                      <a:r>
                        <a:rPr lang="en-GB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&amp; </a:t>
                      </a:r>
                      <a:r>
                        <a:rPr lang="en-GB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Serverless Scaling</a:t>
                      </a:r>
                      <a:endParaRPr lang="en-GB" sz="12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941" marR="43941" marT="21971" marB="21971" anchor="ctr"/>
                </a:tc>
                <a:extLst>
                  <a:ext uri="{0D108BD9-81ED-4DB2-BD59-A6C34878D82A}">
                    <a16:rowId xmlns:a16="http://schemas.microsoft.com/office/drawing/2014/main" val="1216001546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D7226BE3-7245-1855-B271-F019E6A1F9AD}"/>
              </a:ext>
            </a:extLst>
          </p:cNvPr>
          <p:cNvSpPr/>
          <p:nvPr/>
        </p:nvSpPr>
        <p:spPr>
          <a:xfrm>
            <a:off x="0" y="0"/>
            <a:ext cx="9144000" cy="1414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1527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495133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TCO &amp; Roadmap</a:t>
            </a:r>
          </a:p>
        </p:txBody>
      </p:sp>
      <p:graphicFrame>
        <p:nvGraphicFramePr>
          <p:cNvPr id="40" name="Diagram 39">
            <a:extLst>
              <a:ext uri="{FF2B5EF4-FFF2-40B4-BE49-F238E27FC236}">
                <a16:creationId xmlns:a16="http://schemas.microsoft.com/office/drawing/2014/main" id="{CC901D57-7256-0009-BA00-1496332E1F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0694614"/>
              </p:ext>
            </p:extLst>
          </p:nvPr>
        </p:nvGraphicFramePr>
        <p:xfrm>
          <a:off x="401931" y="2134639"/>
          <a:ext cx="8532253" cy="40927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9B9AD3A4-D502-3E5D-BBC1-4BA35414F56C}"/>
              </a:ext>
            </a:extLst>
          </p:cNvPr>
          <p:cNvGrpSpPr/>
          <p:nvPr/>
        </p:nvGrpSpPr>
        <p:grpSpPr>
          <a:xfrm>
            <a:off x="218608" y="1209281"/>
            <a:ext cx="8609326" cy="752516"/>
            <a:chOff x="414779" y="1234221"/>
            <a:chExt cx="8609326" cy="752516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EA8D191-AAA1-F465-791D-79792BB20FA1}"/>
                </a:ext>
              </a:extLst>
            </p:cNvPr>
            <p:cNvGrpSpPr/>
            <p:nvPr/>
          </p:nvGrpSpPr>
          <p:grpSpPr>
            <a:xfrm>
              <a:off x="704354" y="1280157"/>
              <a:ext cx="8319751" cy="706580"/>
              <a:chOff x="457199" y="2491673"/>
              <a:chExt cx="8319751" cy="1226072"/>
            </a:xfrm>
          </p:grpSpPr>
          <p:graphicFrame>
            <p:nvGraphicFramePr>
              <p:cNvPr id="29" name="Diagram 28">
                <a:extLst>
                  <a:ext uri="{FF2B5EF4-FFF2-40B4-BE49-F238E27FC236}">
                    <a16:creationId xmlns:a16="http://schemas.microsoft.com/office/drawing/2014/main" id="{1A5FB88A-D3B9-8661-8003-3AEB9EC2171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105792229"/>
                  </p:ext>
                </p:extLst>
              </p:nvPr>
            </p:nvGraphicFramePr>
            <p:xfrm>
              <a:off x="502275" y="3240065"/>
              <a:ext cx="8229599" cy="47768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DBDD4B91-C5A4-5E17-C388-6916A182FD8E}"/>
                  </a:ext>
                </a:extLst>
              </p:cNvPr>
              <p:cNvGrpSpPr/>
              <p:nvPr/>
            </p:nvGrpSpPr>
            <p:grpSpPr>
              <a:xfrm>
                <a:off x="457199" y="2491673"/>
                <a:ext cx="8319751" cy="655550"/>
                <a:chOff x="457199" y="2491673"/>
                <a:chExt cx="8319751" cy="655550"/>
              </a:xfrm>
            </p:grpSpPr>
            <p:sp>
              <p:nvSpPr>
                <p:cNvPr id="33" name="Rounded Rectangle 32">
                  <a:extLst>
                    <a:ext uri="{FF2B5EF4-FFF2-40B4-BE49-F238E27FC236}">
                      <a16:creationId xmlns:a16="http://schemas.microsoft.com/office/drawing/2014/main" id="{581C4C5A-5549-3659-5E80-CE73CD128C86}"/>
                    </a:ext>
                  </a:extLst>
                </p:cNvPr>
                <p:cNvSpPr/>
                <p:nvPr/>
              </p:nvSpPr>
              <p:spPr>
                <a:xfrm>
                  <a:off x="457199" y="2491673"/>
                  <a:ext cx="2889877" cy="655550"/>
                </a:xfrm>
                <a:prstGeom prst="round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FR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Build Phase</a:t>
                  </a:r>
                </a:p>
              </p:txBody>
            </p:sp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C418CA3A-4A2F-5625-AF2E-F1EB34D7D082}"/>
                    </a:ext>
                  </a:extLst>
                </p:cNvPr>
                <p:cNvSpPr/>
                <p:nvPr/>
              </p:nvSpPr>
              <p:spPr>
                <a:xfrm>
                  <a:off x="3347075" y="2491673"/>
                  <a:ext cx="5429875" cy="655550"/>
                </a:xfrm>
                <a:prstGeom prst="round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FR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Run Phase</a:t>
                  </a:r>
                </a:p>
              </p:txBody>
            </p:sp>
          </p:grp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5463C87-B803-29B7-819D-FE6AFD65C96C}"/>
                </a:ext>
              </a:extLst>
            </p:cNvPr>
            <p:cNvSpPr txBox="1"/>
            <p:nvPr/>
          </p:nvSpPr>
          <p:spPr>
            <a:xfrm>
              <a:off x="414779" y="1234221"/>
              <a:ext cx="400110" cy="750049"/>
            </a:xfrm>
            <a:prstGeom prst="rect">
              <a:avLst/>
            </a:prstGeom>
            <a:noFill/>
          </p:spPr>
          <p:txBody>
            <a:bodyPr vert="vert270" wrap="square" rtlCol="0">
              <a:spAutoFit/>
            </a:bodyPr>
            <a:lstStyle/>
            <a:p>
              <a:r>
                <a:rPr lang="en-FR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Months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D5C587B5-F137-A38B-328B-A1A31C14810F}"/>
              </a:ext>
            </a:extLst>
          </p:cNvPr>
          <p:cNvSpPr/>
          <p:nvPr/>
        </p:nvSpPr>
        <p:spPr>
          <a:xfrm>
            <a:off x="0" y="0"/>
            <a:ext cx="9144000" cy="1414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49680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>
                <a:latin typeface="+mj-lt"/>
              </a:rPr>
              <a:t>Conclusion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A4BB063-716F-F065-AE92-54E7F2EBE0C4}"/>
              </a:ext>
            </a:extLst>
          </p:cNvPr>
          <p:cNvSpPr/>
          <p:nvPr/>
        </p:nvSpPr>
        <p:spPr>
          <a:xfrm>
            <a:off x="0" y="0"/>
            <a:ext cx="9144000" cy="1414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2" name="TextBox 14">
            <a:extLst>
              <a:ext uri="{FF2B5EF4-FFF2-40B4-BE49-F238E27FC236}">
                <a16:creationId xmlns:a16="http://schemas.microsoft.com/office/drawing/2014/main" id="{753ADD5A-7A25-1BD5-74E0-E59A49B3A5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9485062"/>
              </p:ext>
            </p:extLst>
          </p:nvPr>
        </p:nvGraphicFramePr>
        <p:xfrm>
          <a:off x="457200" y="1280160"/>
          <a:ext cx="8229600" cy="46535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76A5DA4E-B495-A5C2-1AEC-CDF73ED4A2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02485393"/>
              </p:ext>
            </p:extLst>
          </p:nvPr>
        </p:nvGraphicFramePr>
        <p:xfrm>
          <a:off x="0" y="0"/>
          <a:ext cx="91440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48856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8599009-5C26-5DA0-B847-A1C8101023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143079"/>
              </p:ext>
            </p:extLst>
          </p:nvPr>
        </p:nvGraphicFramePr>
        <p:xfrm>
          <a:off x="951558" y="833999"/>
          <a:ext cx="7589127" cy="475867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86289">
                  <a:extLst>
                    <a:ext uri="{9D8B030D-6E8A-4147-A177-3AD203B41FA5}">
                      <a16:colId xmlns:a16="http://schemas.microsoft.com/office/drawing/2014/main" val="1671346025"/>
                    </a:ext>
                  </a:extLst>
                </a:gridCol>
                <a:gridCol w="1357460">
                  <a:extLst>
                    <a:ext uri="{9D8B030D-6E8A-4147-A177-3AD203B41FA5}">
                      <a16:colId xmlns:a16="http://schemas.microsoft.com/office/drawing/2014/main" val="1213773397"/>
                    </a:ext>
                  </a:extLst>
                </a:gridCol>
                <a:gridCol w="2287423">
                  <a:extLst>
                    <a:ext uri="{9D8B030D-6E8A-4147-A177-3AD203B41FA5}">
                      <a16:colId xmlns:a16="http://schemas.microsoft.com/office/drawing/2014/main" val="1188102439"/>
                    </a:ext>
                  </a:extLst>
                </a:gridCol>
                <a:gridCol w="2557955">
                  <a:extLst>
                    <a:ext uri="{9D8B030D-6E8A-4147-A177-3AD203B41FA5}">
                      <a16:colId xmlns:a16="http://schemas.microsoft.com/office/drawing/2014/main" val="1499174874"/>
                    </a:ext>
                  </a:extLst>
                </a:gridCol>
              </a:tblGrid>
              <a:tr h="2080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Phase</a:t>
                      </a:r>
                      <a:endParaRPr lang="en-GB" sz="14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Timeline</a:t>
                      </a:r>
                      <a:endParaRPr lang="en-GB" sz="14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Key Activities</a:t>
                      </a:r>
                      <a:endParaRPr lang="en-GB" sz="14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Cost Impact</a:t>
                      </a:r>
                      <a:endParaRPr lang="en-GB" sz="14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3978125372"/>
                  </a:ext>
                </a:extLst>
              </a:tr>
              <a:tr h="8338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Foundation</a:t>
                      </a:r>
                      <a:endParaRPr lang="en-GB" sz="14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 1-2</a:t>
                      </a: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Setup GCP Landing Zone, VPC Service Controls, and IAP Auth)</a:t>
                      </a: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Baseline Cloud Run/SQL costs.</a:t>
                      </a:r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2664467313"/>
                  </a:ext>
                </a:extLst>
              </a:tr>
              <a:tr h="990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 &amp; Agents</a:t>
                      </a:r>
                      <a:endParaRPr lang="en-GB" sz="14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 2-3</a:t>
                      </a: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 Supervisor (</a:t>
                      </a:r>
                      <a:r>
                        <a:rPr lang="en-GB" sz="14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LangGraph</a:t>
                      </a: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and specialized </a:t>
                      </a:r>
                      <a:r>
                        <a:rPr lang="en-GB" sz="14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CrewAI</a:t>
                      </a: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agents (IT, Ops, Analyst).</a:t>
                      </a: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Heavy LLM token spend (Dev/Test).</a:t>
                      </a:r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3438526912"/>
                  </a:ext>
                </a:extLst>
              </a:tr>
              <a:tr h="11467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Resilience (Queue)</a:t>
                      </a:r>
                      <a:endParaRPr lang="en-GB" sz="14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 3-4</a:t>
                      </a: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New:</a:t>
                      </a: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Implement </a:t>
                      </a: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Cloud Tasks/Pub/Sub</a:t>
                      </a: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for 3–5 min actions and </a:t>
                      </a: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Transient RAG</a:t>
                      </a: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processing.</a:t>
                      </a: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+2-5%</a:t>
                      </a: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Infrastructure TCO.</a:t>
                      </a:r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1724910342"/>
                  </a:ext>
                </a:extLst>
              </a:tr>
              <a:tr h="6773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End-User HITL</a:t>
                      </a:r>
                      <a:endParaRPr lang="en-GB" sz="14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 4-5</a:t>
                      </a: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Integrate "Interrupt" UI for human-in-the-loop approvals.</a:t>
                      </a: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Development </a:t>
                      </a:r>
                      <a:r>
                        <a:rPr lang="en-GB" sz="14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labor</a:t>
                      </a: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for UI/UX.</a:t>
                      </a:r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1084123093"/>
                  </a:ext>
                </a:extLst>
              </a:tr>
              <a:tr h="8338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Run Phase</a:t>
                      </a:r>
                      <a:endParaRPr lang="en-GB" sz="14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 6+</a:t>
                      </a: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Production rollout to 25k users with 100% EU residency.</a:t>
                      </a:r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Managed by serverless scaling.</a:t>
                      </a:r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10951368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92679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FE0A93-31D1-D126-1975-D1080300D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6D52751-C4EF-5DCA-E35B-AFD34444AA22}"/>
              </a:ext>
            </a:extLst>
          </p:cNvPr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92D050"/>
          </a:solidFill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EA9B63E-3339-1146-08C4-3D67894EA5EF}"/>
              </a:ext>
            </a:extLst>
          </p:cNvPr>
          <p:cNvGrpSpPr/>
          <p:nvPr/>
        </p:nvGrpSpPr>
        <p:grpSpPr>
          <a:xfrm>
            <a:off x="392802" y="466220"/>
            <a:ext cx="8358389" cy="954107"/>
            <a:chOff x="334969" y="289023"/>
            <a:chExt cx="8358389" cy="95410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BAACAEB-ABD3-91BF-9464-85F8FA1871AF}"/>
                </a:ext>
              </a:extLst>
            </p:cNvPr>
            <p:cNvSpPr txBox="1"/>
            <p:nvPr/>
          </p:nvSpPr>
          <p:spPr>
            <a:xfrm>
              <a:off x="334969" y="289023"/>
              <a:ext cx="82296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3200" b="1">
                  <a:solidFill>
                    <a:srgbClr val="000000"/>
                  </a:solidFill>
                </a:defRPr>
              </a:pPr>
              <a:r>
                <a:rPr dirty="0"/>
                <a:t>Logical Architecture (The "Virtual Team")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ACA2546-9963-C175-2514-A0A4DDFD080A}"/>
                </a:ext>
              </a:extLst>
            </p:cNvPr>
            <p:cNvSpPr txBox="1"/>
            <p:nvPr/>
          </p:nvSpPr>
          <p:spPr>
            <a:xfrm>
              <a:off x="334969" y="873798"/>
              <a:ext cx="835838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1" dirty="0"/>
                <a:t>Stateful Multi-Agent Orchestration with End-to-End Observability</a:t>
              </a:r>
              <a:endParaRPr lang="en-FR" dirty="0"/>
            </a:p>
          </p:txBody>
        </p:sp>
      </p:grpSp>
      <p:pic>
        <p:nvPicPr>
          <p:cNvPr id="4" name="Content Placeholder 4" descr="A diagram of a computer process&#10;&#10;AI-generated content may be incorrect.">
            <a:extLst>
              <a:ext uri="{FF2B5EF4-FFF2-40B4-BE49-F238E27FC236}">
                <a16:creationId xmlns:a16="http://schemas.microsoft.com/office/drawing/2014/main" id="{261955C6-EB03-6C3F-6615-3BD6465C13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124" y="2382561"/>
            <a:ext cx="9150062" cy="347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064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/>
              <a:t>Secure </a:t>
            </a:r>
            <a:r>
              <a:rPr lang="en-US" dirty="0"/>
              <a:t>Traffic </a:t>
            </a:r>
            <a:r>
              <a:rPr dirty="0"/>
              <a:t>Operations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631A6E54-5737-2A90-B46C-AC20F09256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2090909"/>
              </p:ext>
            </p:extLst>
          </p:nvPr>
        </p:nvGraphicFramePr>
        <p:xfrm>
          <a:off x="457200" y="2011680"/>
          <a:ext cx="8342243" cy="46144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4E02561-2145-F548-CF12-ECB2204B04E8}"/>
              </a:ext>
            </a:extLst>
          </p:cNvPr>
          <p:cNvSpPr txBox="1"/>
          <p:nvPr/>
        </p:nvSpPr>
        <p:spPr>
          <a:xfrm>
            <a:off x="457200" y="966133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GB" dirty="0"/>
              <a:t>Secure Ingress and Egress with Cloud NAT, whitelisted IP, and Identity propagation and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>
            <a:extLst>
              <a:ext uri="{FF2B5EF4-FFF2-40B4-BE49-F238E27FC236}">
                <a16:creationId xmlns:a16="http://schemas.microsoft.com/office/drawing/2014/main" id="{814DF98D-7BFD-2C2B-E306-8E486F48F14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320392"/>
            <a:ext cx="6922394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FR" altLang="en-FR" sz="2800" b="1" i="0" u="none" strike="noStrike" cap="none" normalizeH="0" baseline="0" dirty="0">
                <a:ln>
                  <a:noFill/>
                </a:ln>
                <a:solidFill>
                  <a:srgbClr val="000E1D"/>
                </a:solidFill>
                <a:effectLst/>
              </a:rPr>
              <a:t>Synthèse: Problème, Solution, Flux</a:t>
            </a:r>
            <a:endParaRPr kumimoji="0" lang="en-FR" altLang="en-FR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FR" altLang="en-F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FR" altLang="en-F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FR" altLang="en-FR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1F617EF-BD6F-47FE-2F40-19836482B9E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8411" y="986418"/>
            <a:ext cx="8358389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FR" altLang="en-FR" sz="2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FR" altLang="en-FR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Le client souhaite une plateforme IA pour améliorer le support</a:t>
            </a:r>
            <a:endParaRPr kumimoji="0" lang="en-FR" altLang="en-FR" sz="2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FR" altLang="en-FR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La solution doit être augmentée, actionnable, et déployée à l'échelle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FR" altLang="en-FR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L'architecture sera construite sur GCP dans la zone EU avec Zero-Trust</a:t>
            </a:r>
            <a:endParaRPr kumimoji="0" lang="en-FR" altLang="en-FR" sz="2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FR" altLang="en-F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625583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Operational Maturity (Day 2)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9DF638D-DDCE-1500-7593-E74B02C29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0986781"/>
              </p:ext>
            </p:extLst>
          </p:nvPr>
        </p:nvGraphicFramePr>
        <p:xfrm>
          <a:off x="294861" y="1280160"/>
          <a:ext cx="8554278" cy="475201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759226">
                  <a:extLst>
                    <a:ext uri="{9D8B030D-6E8A-4147-A177-3AD203B41FA5}">
                      <a16:colId xmlns:a16="http://schemas.microsoft.com/office/drawing/2014/main" val="4144776139"/>
                    </a:ext>
                  </a:extLst>
                </a:gridCol>
                <a:gridCol w="3127513">
                  <a:extLst>
                    <a:ext uri="{9D8B030D-6E8A-4147-A177-3AD203B41FA5}">
                      <a16:colId xmlns:a16="http://schemas.microsoft.com/office/drawing/2014/main" val="1153908848"/>
                    </a:ext>
                  </a:extLst>
                </a:gridCol>
                <a:gridCol w="3667539">
                  <a:extLst>
                    <a:ext uri="{9D8B030D-6E8A-4147-A177-3AD203B41FA5}">
                      <a16:colId xmlns:a16="http://schemas.microsoft.com/office/drawing/2014/main" val="337546647"/>
                    </a:ext>
                  </a:extLst>
                </a:gridCol>
              </a:tblGrid>
              <a:tr h="47963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dirty="0">
                          <a:effectLst/>
                        </a:rPr>
                        <a:t>Capability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>
                          <a:effectLst/>
                        </a:rPr>
                        <a:t>Implementation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>
                          <a:effectLst/>
                        </a:rPr>
                        <a:t>Value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025329026"/>
                  </a:ext>
                </a:extLst>
              </a:tr>
              <a:tr h="154239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b="1">
                          <a:effectLst/>
                        </a:rPr>
                        <a:t>Observability</a:t>
                      </a:r>
                      <a:endParaRPr lang="en-GB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b="0" dirty="0">
                          <a:effectLst/>
                        </a:rPr>
                        <a:t>Distributed Tracing</a:t>
                      </a:r>
                    </a:p>
                    <a:p>
                      <a:pPr algn="l">
                        <a:buNone/>
                      </a:pPr>
                      <a:r>
                        <a:rPr lang="en-GB" b="0" dirty="0">
                          <a:effectLst/>
                        </a:rPr>
                        <a:t>(LangSmith/OpenTelemetry)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dirty="0">
                          <a:effectLst/>
                        </a:rPr>
                        <a:t>User flagged response (</a:t>
                      </a:r>
                      <a:r>
                        <a:rPr lang="en-GB" i="1" dirty="0">
                          <a:effectLst/>
                        </a:rPr>
                        <a:t>hallucination</a:t>
                      </a:r>
                      <a:r>
                        <a:rPr lang="en-GB" dirty="0">
                          <a:effectLst/>
                        </a:rPr>
                        <a:t>) is traced back to the specific retrieved document or agent decision.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26699551"/>
                  </a:ext>
                </a:extLst>
              </a:tr>
              <a:tr h="154239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b="1">
                          <a:effectLst/>
                        </a:rPr>
                        <a:t>QA &amp; Testing</a:t>
                      </a:r>
                      <a:endParaRPr lang="en-GB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b="0" dirty="0">
                          <a:effectLst/>
                        </a:rPr>
                        <a:t>"Golden Dataset" Regression + Continuous Benchmarking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dirty="0">
                          <a:effectLst/>
                        </a:rPr>
                        <a:t>CI/CD pipeline runs 100+ standard questions to ensure new code doesn't degrade answer quality.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070165352"/>
                  </a:ext>
                </a:extLst>
              </a:tr>
              <a:tr h="11875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b="1">
                          <a:effectLst/>
                        </a:rPr>
                        <a:t>Resilience</a:t>
                      </a:r>
                      <a:endParaRPr lang="en-GB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b="0" dirty="0">
                          <a:effectLst/>
                        </a:rPr>
                        <a:t>Circuit Breakers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dirty="0">
                          <a:effectLst/>
                        </a:rPr>
                        <a:t>Graceful degradation if a tool (e.g., ServiceNow) is slow or down.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08895763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BBA74-BA2A-179B-6515-80E3B5827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DE509-507A-22BB-4B7F-830870526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FR"/>
          </a:p>
        </p:txBody>
      </p:sp>
      <p:pic>
        <p:nvPicPr>
          <p:cNvPr id="4" name="Picture 3" descr="A diagram of a software company&#10;&#10;AI-generated content may be incorrect.">
            <a:extLst>
              <a:ext uri="{FF2B5EF4-FFF2-40B4-BE49-F238E27FC236}">
                <a16:creationId xmlns:a16="http://schemas.microsoft.com/office/drawing/2014/main" id="{041E3BC6-32DD-6892-8E18-0FA1656DB7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93" y="2366722"/>
            <a:ext cx="8281013" cy="4053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6512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633E6-3D2D-FBB5-32C9-AF7FA0AA8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Detailed Logical Architecture</a:t>
            </a:r>
          </a:p>
        </p:txBody>
      </p:sp>
      <p:pic>
        <p:nvPicPr>
          <p:cNvPr id="5" name="Content Placeholder 4" descr="A diagram of a computer process&#10;&#10;AI-generated content may be incorrect.">
            <a:extLst>
              <a:ext uri="{FF2B5EF4-FFF2-40B4-BE49-F238E27FC236}">
                <a16:creationId xmlns:a16="http://schemas.microsoft.com/office/drawing/2014/main" id="{C72788EB-FD8F-1814-C753-933CE80F0D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04659" y="2200062"/>
            <a:ext cx="9774902" cy="3917933"/>
          </a:xfrm>
        </p:spPr>
      </p:pic>
    </p:spTree>
    <p:extLst>
      <p:ext uri="{BB962C8B-B14F-4D97-AF65-F5344CB8AC3E}">
        <p14:creationId xmlns:p14="http://schemas.microsoft.com/office/powerpoint/2010/main" val="3044604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4607</TotalTime>
  <Words>2976</Words>
  <Application>Microsoft Macintosh PowerPoint</Application>
  <PresentationFormat>On-screen Show (4:3)</PresentationFormat>
  <Paragraphs>323</Paragraphs>
  <Slides>18</Slides>
  <Notes>16</Notes>
  <HiddenSlides>8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-apple-system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Synthèse: Problème, Solution, Flux   </vt:lpstr>
      <vt:lpstr>PowerPoint Presentation</vt:lpstr>
      <vt:lpstr>PowerPoint Presentation</vt:lpstr>
      <vt:lpstr>Detailed Logical Architecture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Mohamad NABAA</cp:lastModifiedBy>
  <cp:revision>107</cp:revision>
  <cp:lastPrinted>2026-01-13T10:28:18Z</cp:lastPrinted>
  <dcterms:created xsi:type="dcterms:W3CDTF">2013-01-27T09:14:16Z</dcterms:created>
  <dcterms:modified xsi:type="dcterms:W3CDTF">2026-01-13T15:32:08Z</dcterms:modified>
  <cp:category/>
</cp:coreProperties>
</file>